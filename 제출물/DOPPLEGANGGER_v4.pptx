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71" r:id="rId3"/>
    <p:sldId id="260" r:id="rId4"/>
    <p:sldId id="258" r:id="rId5"/>
    <p:sldId id="273" r:id="rId6"/>
    <p:sldId id="274" r:id="rId7"/>
    <p:sldId id="266" r:id="rId8"/>
    <p:sldId id="272" r:id="rId9"/>
    <p:sldId id="259" r:id="rId10"/>
    <p:sldId id="267" r:id="rId11"/>
    <p:sldId id="265" r:id="rId12"/>
    <p:sldId id="261" r:id="rId13"/>
    <p:sldId id="262" r:id="rId14"/>
    <p:sldId id="263" r:id="rId15"/>
    <p:sldId id="275" r:id="rId16"/>
    <p:sldId id="268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B7280"/>
    <a:srgbClr val="878D98"/>
    <a:srgbClr val="A3A8B0"/>
    <a:srgbClr val="0E8C85"/>
    <a:srgbClr val="3973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58" d="100"/>
          <a:sy n="58" d="100"/>
        </p:scale>
        <p:origin x="48" y="33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35293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[0:00~0:20] 한 문장. "유저 한 명이 지휘관이 되어 AI 아군 둘에게 말로 지시하는 실시간 턴제 영역 점거 게임입니다." 바로 다음 장으로.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4354098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[1:00~1:30] 도플갱어라는 제목의 이유. 동물 다섯과 그걸 모방하는 로봇 다섯. 같은 유닛, 다른 팀. 시연에서 보게 될 편성을 한 줄로 말하고 바로 시연.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91527497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[6:30~7:15] 방금 본 것을 키워드에 붙인다. 예측은 머신러닝이 아니라 예고(telegraph)를 읽는 것. 이 해석이 실시간 턴제의 근거다.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427398817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[1:00~1:30] 도플갱어라는 제목의 이유. 동물 다섯과 그걸 모방하는 로봇 다섯. 같은 유닛, 다른 팀. 시연에서 보게 될 편성을 한 줄로 말하고 바로 시연.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49452979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[1:00~1:30] 도플갱어라는 제목의 이유. 동물 다섯과 그걸 모방하는 로봇 다섯. 같은 유닛, 다른 팀. 시연에서 보게 될 편성을 한 줄로 말하고 바로 시연.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26519999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[1:00~1:30] 도플갱어라는 제목의 이유. 동물 다섯과 그걸 모방하는 로봇 다섯. 같은 유닛, 다른 팀. 시연에서 보게 될 편성을 한 줄로 말하고 바로 시연.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61651242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[11:50~12:30] 다섯을 다 설명하지 말고 연계 예시 하나(스턴 뒤 폭격)만. 역할이 겹치지 않는다는 것만 남기면 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93684926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[1:00~1:30] 도플갱어라는 제목의 이유. 동물 다섯과 그걸 모방하는 로봇 다섯. 같은 유닛, 다른 팀. 시연에서 보게 될 편성을 한 줄로 말하고 바로 시연.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99768456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[1:30~6:30] 시연 5분. 이 장을 띄운 채 게임으로 전환. 네트워크나 API가 죽으면 백업 영상. API만 죽으면 숫자키 프리셋으로 그대로 진행하고 "이게 폴백입니다"로 9장에 연결한다.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4716340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[12:30~13:15] 이제 "왜 이 형태가 됐나". 1번은 한 줄로 끊는다. 실패 설명이 길면 "AI를 못 해서 포기"로 들린다. 체감이 없었다, 그래서 체감되는 지휘로 옮겼다.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57744838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[11:00~11:50] </a:t>
            </a:r>
            <a:r>
              <a:rPr dirty="0" err="1"/>
              <a:t>규칙은</a:t>
            </a:r>
            <a:r>
              <a:rPr dirty="0"/>
              <a:t> </a:t>
            </a:r>
            <a:r>
              <a:rPr dirty="0" err="1"/>
              <a:t>빨리</a:t>
            </a:r>
            <a:r>
              <a:rPr dirty="0"/>
              <a:t>. </a:t>
            </a:r>
            <a:r>
              <a:rPr dirty="0" err="1"/>
              <a:t>DRAW는</a:t>
            </a:r>
            <a:r>
              <a:rPr dirty="0"/>
              <a:t> </a:t>
            </a:r>
            <a:r>
              <a:rPr dirty="0" err="1"/>
              <a:t>없다</a:t>
            </a:r>
            <a:r>
              <a:rPr dirty="0"/>
              <a:t>. </a:t>
            </a:r>
            <a:r>
              <a:rPr dirty="0" err="1"/>
              <a:t>오른쪽</a:t>
            </a:r>
            <a:r>
              <a:rPr dirty="0"/>
              <a:t> </a:t>
            </a:r>
            <a:r>
              <a:rPr dirty="0" err="1"/>
              <a:t>랜덤</a:t>
            </a:r>
            <a:r>
              <a:rPr dirty="0"/>
              <a:t> </a:t>
            </a:r>
            <a:r>
              <a:rPr dirty="0" err="1"/>
              <a:t>규칙은</a:t>
            </a:r>
            <a:r>
              <a:rPr dirty="0"/>
              <a:t> </a:t>
            </a:r>
            <a:r>
              <a:rPr dirty="0" err="1"/>
              <a:t>이름</a:t>
            </a:r>
            <a:r>
              <a:rPr dirty="0"/>
              <a:t> </a:t>
            </a:r>
            <a:r>
              <a:rPr dirty="0" err="1"/>
              <a:t>여섯을</a:t>
            </a:r>
            <a:r>
              <a:rPr dirty="0"/>
              <a:t> 다 </a:t>
            </a:r>
            <a:r>
              <a:rPr dirty="0" err="1"/>
              <a:t>읽지</a:t>
            </a:r>
            <a:r>
              <a:rPr dirty="0"/>
              <a:t> </a:t>
            </a:r>
            <a:r>
              <a:rPr dirty="0" err="1"/>
              <a:t>말고</a:t>
            </a:r>
            <a:r>
              <a:rPr dirty="0"/>
              <a:t> </a:t>
            </a:r>
            <a:r>
              <a:rPr dirty="0" err="1"/>
              <a:t>둘만</a:t>
            </a:r>
            <a:r>
              <a:rPr dirty="0"/>
              <a:t> </a:t>
            </a:r>
            <a:r>
              <a:rPr dirty="0" err="1"/>
              <a:t>예로</a:t>
            </a:r>
            <a:r>
              <a:rPr dirty="0"/>
              <a:t>. </a:t>
            </a:r>
            <a:r>
              <a:rPr dirty="0" err="1"/>
              <a:t>규칙이</a:t>
            </a:r>
            <a:r>
              <a:rPr dirty="0"/>
              <a:t> </a:t>
            </a:r>
            <a:r>
              <a:rPr dirty="0" err="1"/>
              <a:t>뜨면</a:t>
            </a:r>
            <a:r>
              <a:rPr dirty="0"/>
              <a:t> </a:t>
            </a:r>
            <a:r>
              <a:rPr dirty="0" err="1"/>
              <a:t>분대가</a:t>
            </a:r>
            <a:r>
              <a:rPr dirty="0"/>
              <a:t> </a:t>
            </a:r>
            <a:r>
              <a:rPr dirty="0" err="1"/>
              <a:t>알아듣고</a:t>
            </a:r>
            <a:r>
              <a:rPr dirty="0"/>
              <a:t> </a:t>
            </a:r>
            <a:r>
              <a:rPr dirty="0" err="1"/>
              <a:t>먼저</a:t>
            </a:r>
            <a:r>
              <a:rPr dirty="0"/>
              <a:t> </a:t>
            </a:r>
            <a:r>
              <a:rPr dirty="0" err="1"/>
              <a:t>움직인다는</a:t>
            </a:r>
            <a:r>
              <a:rPr dirty="0"/>
              <a:t> </a:t>
            </a:r>
            <a:r>
              <a:rPr dirty="0" err="1"/>
              <a:t>말은</a:t>
            </a:r>
            <a:r>
              <a:rPr dirty="0"/>
              <a:t> 꼭.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72611454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[7:15~8:15] 무전 타임의 두 가지 이유를 꼭 말한다. 지휘는 반응이 아니라 결정의 시간, 그리고 대전에서 한쪽만 멈출 수 없다. 시연에서 본 20초 정지가 이것.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82313318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[8:15~9:30] 가장 중요한 장. 표를 다 읽지 말고 두 줄만. "피 없는 애 빼"는 하드코딩이 원리적으로 못 한다(시연에서 방금 봤다). "무리한 명령"은 프리셋이 주사위인데 LLM은 판단이다.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5168252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[9:30~10:15] 성격 다섯을 다 읽지 말고 라니(불복종)와 둘기(되묻기)만. 오른쪽은 "되풀이"가 왜 중요한지 한 줄: 오해석의 안전장치이자 LLM이라는 증거.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73636700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[13:15~13:35] 짧게. 강조점은 "AI로 만들었다"가 아니라 "AI가 플레이 안에 있다"이므로 이 장은 빨리 넘긴다.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6266765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g"/><Relationship Id="rId3" Type="http://schemas.openxmlformats.org/officeDocument/2006/relationships/image" Target="../media/image2.jpg"/><Relationship Id="rId7" Type="http://schemas.openxmlformats.org/officeDocument/2006/relationships/image" Target="../media/image6.jpg"/><Relationship Id="rId12" Type="http://schemas.openxmlformats.org/officeDocument/2006/relationships/image" Target="../media/image1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jpg"/><Relationship Id="rId11" Type="http://schemas.openxmlformats.org/officeDocument/2006/relationships/image" Target="../media/image10.jpg"/><Relationship Id="rId5" Type="http://schemas.openxmlformats.org/officeDocument/2006/relationships/image" Target="../media/image4.jpg"/><Relationship Id="rId10" Type="http://schemas.openxmlformats.org/officeDocument/2006/relationships/image" Target="../media/image9.jpg"/><Relationship Id="rId4" Type="http://schemas.openxmlformats.org/officeDocument/2006/relationships/image" Target="../media/image3.jpg"/><Relationship Id="rId9" Type="http://schemas.openxmlformats.org/officeDocument/2006/relationships/image" Target="../media/image8.jp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8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7" Type="http://schemas.openxmlformats.org/officeDocument/2006/relationships/image" Target="../media/image6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jpg"/><Relationship Id="rId5" Type="http://schemas.openxmlformats.org/officeDocument/2006/relationships/image" Target="../media/image4.jpg"/><Relationship Id="rId4" Type="http://schemas.openxmlformats.org/officeDocument/2006/relationships/image" Target="../media/image3.jp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4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2183"/>
            <a:ext cx="12192000" cy="659363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3554003"/>
            <a:ext cx="6766560" cy="14619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buNone/>
            </a:pPr>
            <a:r>
              <a:rPr lang="ko-KR" altLang="en-US" sz="3600" b="0" dirty="0" err="1" smtClean="0">
                <a:solidFill>
                  <a:srgbClr val="F2F4F6"/>
                </a:solidFill>
                <a:latin typeface="SUITE ExtraBold" pitchFamily="2" charset="-127"/>
                <a:ea typeface="SUITE ExtraBold" pitchFamily="2" charset="-127"/>
              </a:rPr>
              <a:t>도플갱어</a:t>
            </a:r>
            <a:endParaRPr lang="en-US" sz="2000" b="0" dirty="0" smtClean="0">
              <a:solidFill>
                <a:srgbClr val="F2F4F6"/>
              </a:solidFill>
              <a:latin typeface="SUITE ExtraBold" pitchFamily="2" charset="-127"/>
              <a:ea typeface="SUITE ExtraBold" pitchFamily="2" charset="-127"/>
            </a:endParaRPr>
          </a:p>
          <a:p>
            <a:pPr algn="l">
              <a:lnSpc>
                <a:spcPct val="125000"/>
              </a:lnSpc>
              <a:buNone/>
            </a:pPr>
            <a:r>
              <a:rPr sz="2000" b="0" dirty="0" err="1" smtClean="0">
                <a:solidFill>
                  <a:srgbClr val="F2F4F6"/>
                </a:solidFill>
                <a:latin typeface="SUITE Medium"/>
                <a:ea typeface="SUITE Medium"/>
              </a:rPr>
              <a:t>도시</a:t>
            </a:r>
            <a:r>
              <a:rPr sz="2000" b="0" dirty="0" smtClean="0">
                <a:solidFill>
                  <a:srgbClr val="F2F4F6"/>
                </a:solidFill>
                <a:latin typeface="SUITE Medium"/>
                <a:ea typeface="SUITE Medium"/>
              </a:rPr>
              <a:t> </a:t>
            </a:r>
            <a:r>
              <a:rPr sz="2000" b="0" dirty="0" err="1">
                <a:solidFill>
                  <a:srgbClr val="F2F4F6"/>
                </a:solidFill>
                <a:latin typeface="SUITE Medium"/>
                <a:ea typeface="SUITE Medium"/>
              </a:rPr>
              <a:t>동물</a:t>
            </a:r>
            <a:r>
              <a:rPr sz="2000" b="0" dirty="0">
                <a:solidFill>
                  <a:srgbClr val="F2F4F6"/>
                </a:solidFill>
                <a:latin typeface="SUITE Medium"/>
                <a:ea typeface="SUITE Medium"/>
              </a:rPr>
              <a:t> vs </a:t>
            </a:r>
            <a:r>
              <a:rPr sz="2000" b="0" dirty="0" err="1">
                <a:solidFill>
                  <a:srgbClr val="F2F4F6"/>
                </a:solidFill>
                <a:latin typeface="SUITE Medium"/>
                <a:ea typeface="SUITE Medium"/>
              </a:rPr>
              <a:t>모방</a:t>
            </a:r>
            <a:r>
              <a:rPr sz="2000" b="0" dirty="0">
                <a:solidFill>
                  <a:srgbClr val="F2F4F6"/>
                </a:solidFill>
                <a:latin typeface="SUITE Medium"/>
                <a:ea typeface="SUITE Medium"/>
              </a:rPr>
              <a:t> </a:t>
            </a:r>
            <a:r>
              <a:rPr sz="2000" b="0" dirty="0" err="1">
                <a:solidFill>
                  <a:srgbClr val="F2F4F6"/>
                </a:solidFill>
                <a:latin typeface="SUITE Medium"/>
                <a:ea typeface="SUITE Medium"/>
              </a:rPr>
              <a:t>로봇</a:t>
            </a:r>
            <a:r>
              <a:rPr sz="2000" b="0" dirty="0">
                <a:solidFill>
                  <a:srgbClr val="F2F4F6"/>
                </a:solidFill>
                <a:latin typeface="SUITE Medium"/>
                <a:ea typeface="SUITE Medium"/>
              </a:rPr>
              <a:t>
</a:t>
            </a:r>
            <a:r>
              <a:rPr lang="en-US" sz="2000" dirty="0" smtClean="0">
                <a:solidFill>
                  <a:srgbClr val="F2F4F6"/>
                </a:solidFill>
                <a:latin typeface="SUITE Medium"/>
                <a:ea typeface="SUITE Medium"/>
              </a:rPr>
              <a:t>AI </a:t>
            </a:r>
            <a:r>
              <a:rPr lang="ko-KR" altLang="en-US" sz="2000" dirty="0" smtClean="0">
                <a:solidFill>
                  <a:srgbClr val="F2F4F6"/>
                </a:solidFill>
                <a:latin typeface="SUITE Medium"/>
                <a:ea typeface="SUITE Medium"/>
              </a:rPr>
              <a:t>아군을 직접 언어로 </a:t>
            </a:r>
            <a:r>
              <a:rPr sz="2000" b="0" dirty="0" err="1" smtClean="0">
                <a:solidFill>
                  <a:srgbClr val="F2F4F6"/>
                </a:solidFill>
                <a:latin typeface="SUITE Medium"/>
                <a:ea typeface="SUITE Medium"/>
              </a:rPr>
              <a:t>지휘하는</a:t>
            </a:r>
            <a:r>
              <a:rPr sz="2000" b="0" dirty="0" smtClean="0">
                <a:solidFill>
                  <a:srgbClr val="F2F4F6"/>
                </a:solidFill>
                <a:latin typeface="SUITE Medium"/>
                <a:ea typeface="SUITE Medium"/>
              </a:rPr>
              <a:t> </a:t>
            </a:r>
            <a:r>
              <a:rPr sz="2000" b="0" dirty="0" err="1" smtClean="0">
                <a:solidFill>
                  <a:srgbClr val="F2F4F6"/>
                </a:solidFill>
                <a:latin typeface="SUITE Medium"/>
                <a:ea typeface="SUITE Medium"/>
              </a:rPr>
              <a:t>실시간</a:t>
            </a:r>
            <a:r>
              <a:rPr sz="2000" b="0" dirty="0" smtClean="0">
                <a:solidFill>
                  <a:srgbClr val="F2F4F6"/>
                </a:solidFill>
                <a:latin typeface="SUITE Medium"/>
                <a:ea typeface="SUITE Medium"/>
              </a:rPr>
              <a:t> </a:t>
            </a:r>
            <a:r>
              <a:rPr sz="2000" b="0" dirty="0" err="1">
                <a:solidFill>
                  <a:srgbClr val="F2F4F6"/>
                </a:solidFill>
                <a:latin typeface="SUITE Medium"/>
                <a:ea typeface="SUITE Medium"/>
              </a:rPr>
              <a:t>턴제</a:t>
            </a:r>
            <a:r>
              <a:rPr sz="2000" b="0" dirty="0">
                <a:solidFill>
                  <a:srgbClr val="F2F4F6"/>
                </a:solidFill>
                <a:latin typeface="SUITE Medium"/>
                <a:ea typeface="SUITE Medium"/>
              </a:rPr>
              <a:t> </a:t>
            </a:r>
            <a:r>
              <a:rPr lang="ko-KR" altLang="en-US" sz="2000" b="0" dirty="0" smtClean="0">
                <a:solidFill>
                  <a:srgbClr val="F2F4F6"/>
                </a:solidFill>
                <a:latin typeface="SUITE Medium"/>
                <a:ea typeface="SUITE Medium"/>
              </a:rPr>
              <a:t>거점 점령 게임</a:t>
            </a:r>
            <a:endParaRPr sz="2000" b="0" dirty="0">
              <a:solidFill>
                <a:srgbClr val="F2F4F6"/>
              </a:solidFill>
              <a:latin typeface="SUITE Medium"/>
              <a:ea typeface="SUITE Medium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40080" y="603504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buNone/>
            </a:pPr>
            <a:r>
              <a:rPr sz="1300" b="0">
                <a:solidFill>
                  <a:srgbClr val="9AA0A8"/>
                </a:solidFill>
                <a:latin typeface="SUITE Medium"/>
                <a:ea typeface="SUITE Medium"/>
              </a:rPr>
              <a:t>팀 서유기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502920"/>
            <a:ext cx="10881360" cy="53091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buNone/>
            </a:pPr>
            <a:r>
              <a:rPr lang="ko-KR" altLang="en-US" sz="3000" b="0" dirty="0" smtClean="0">
                <a:solidFill>
                  <a:srgbClr val="15181C"/>
                </a:solidFill>
                <a:latin typeface="SUITE ExtraBold"/>
                <a:ea typeface="SUITE ExtraBold"/>
              </a:rPr>
              <a:t>게임 </a:t>
            </a:r>
            <a:r>
              <a:rPr lang="ko-KR" altLang="en-US" sz="3000" b="0" dirty="0" err="1" smtClean="0">
                <a:solidFill>
                  <a:srgbClr val="15181C"/>
                </a:solidFill>
                <a:latin typeface="SUITE ExtraBold"/>
                <a:ea typeface="SUITE ExtraBold"/>
              </a:rPr>
              <a:t>컨셉</a:t>
            </a:r>
            <a:r>
              <a:rPr lang="ko-KR" altLang="en-US" sz="3000" b="0" dirty="0" smtClean="0">
                <a:solidFill>
                  <a:srgbClr val="15181C"/>
                </a:solidFill>
                <a:latin typeface="SUITE ExtraBold"/>
                <a:ea typeface="SUITE ExtraBold"/>
              </a:rPr>
              <a:t> </a:t>
            </a:r>
            <a:r>
              <a:rPr lang="en-US" altLang="ko-KR" sz="3000" b="0" dirty="0" smtClean="0">
                <a:solidFill>
                  <a:srgbClr val="15181C"/>
                </a:solidFill>
                <a:latin typeface="SUITE ExtraBold"/>
                <a:ea typeface="SUITE ExtraBold"/>
              </a:rPr>
              <a:t>: </a:t>
            </a:r>
            <a:r>
              <a:rPr lang="ko-KR" altLang="en-US" sz="3000" b="0" dirty="0" smtClean="0">
                <a:solidFill>
                  <a:srgbClr val="15181C"/>
                </a:solidFill>
                <a:latin typeface="SUITE ExtraBold"/>
                <a:ea typeface="SUITE ExtraBold"/>
              </a:rPr>
              <a:t>도시 뒷골목에서의 한 판 승부</a:t>
            </a:r>
            <a:endParaRPr sz="3000" b="0" dirty="0">
              <a:solidFill>
                <a:srgbClr val="15181C"/>
              </a:solidFill>
              <a:latin typeface="SUITE ExtraBold"/>
              <a:ea typeface="SUITE ExtraBold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629347" y="1541228"/>
            <a:ext cx="50749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buNone/>
            </a:pPr>
            <a:r>
              <a:rPr sz="2400" b="0" dirty="0" err="1">
                <a:solidFill>
                  <a:srgbClr val="0E8C85"/>
                </a:solidFill>
                <a:latin typeface="SUITE ExtraBold"/>
                <a:ea typeface="SUITE ExtraBold"/>
              </a:rPr>
              <a:t>도시</a:t>
            </a:r>
            <a:r>
              <a:rPr sz="2400" b="0" dirty="0">
                <a:solidFill>
                  <a:srgbClr val="0E8C85"/>
                </a:solidFill>
                <a:latin typeface="SUITE ExtraBold"/>
                <a:ea typeface="SUITE ExtraBold"/>
              </a:rPr>
              <a:t> </a:t>
            </a:r>
            <a:r>
              <a:rPr sz="2400" b="0" dirty="0" err="1">
                <a:solidFill>
                  <a:srgbClr val="0E8C85"/>
                </a:solidFill>
                <a:latin typeface="SUITE ExtraBold"/>
                <a:ea typeface="SUITE ExtraBold"/>
              </a:rPr>
              <a:t>동물</a:t>
            </a:r>
            <a:endParaRPr sz="2400" b="0" dirty="0">
              <a:solidFill>
                <a:srgbClr val="0E8C85"/>
              </a:solidFill>
              <a:latin typeface="SUITE ExtraBold"/>
              <a:ea typeface="SUITE ExtraBold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629347" y="2016716"/>
            <a:ext cx="50749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buNone/>
            </a:pPr>
            <a:r>
              <a:rPr sz="1200" b="0" dirty="0" err="1">
                <a:solidFill>
                  <a:srgbClr val="6B7280"/>
                </a:solidFill>
                <a:latin typeface="SUITE Medium"/>
                <a:ea typeface="SUITE Medium"/>
              </a:rPr>
              <a:t>뒷골목에</a:t>
            </a:r>
            <a:r>
              <a:rPr sz="1200" b="0" dirty="0">
                <a:solidFill>
                  <a:srgbClr val="6B7280"/>
                </a:solidFill>
                <a:latin typeface="SUITE Medium"/>
                <a:ea typeface="SUITE Medium"/>
              </a:rPr>
              <a:t> </a:t>
            </a:r>
            <a:r>
              <a:rPr sz="1200" b="0" dirty="0" err="1">
                <a:solidFill>
                  <a:srgbClr val="6B7280"/>
                </a:solidFill>
                <a:latin typeface="SUITE Medium"/>
                <a:ea typeface="SUITE Medium"/>
              </a:rPr>
              <a:t>사는</a:t>
            </a:r>
            <a:r>
              <a:rPr sz="1200" b="0" dirty="0">
                <a:solidFill>
                  <a:srgbClr val="6B7280"/>
                </a:solidFill>
                <a:latin typeface="SUITE Medium"/>
                <a:ea typeface="SUITE Medium"/>
              </a:rPr>
              <a:t> </a:t>
            </a:r>
            <a:r>
              <a:rPr sz="1200" b="0" dirty="0" err="1">
                <a:solidFill>
                  <a:srgbClr val="6B7280"/>
                </a:solidFill>
                <a:latin typeface="SUITE Medium"/>
                <a:ea typeface="SUITE Medium"/>
              </a:rPr>
              <a:t>진짜</a:t>
            </a:r>
            <a:r>
              <a:rPr sz="1200" b="0" dirty="0">
                <a:solidFill>
                  <a:srgbClr val="6B7280"/>
                </a:solidFill>
                <a:latin typeface="SUITE Medium"/>
                <a:ea typeface="SUITE Medium"/>
              </a:rPr>
              <a:t> </a:t>
            </a:r>
            <a:r>
              <a:rPr sz="1200" b="0" dirty="0" err="1">
                <a:solidFill>
                  <a:srgbClr val="6B7280"/>
                </a:solidFill>
                <a:latin typeface="SUITE Medium"/>
                <a:ea typeface="SUITE Medium"/>
              </a:rPr>
              <a:t>동물들</a:t>
            </a:r>
            <a:endParaRPr sz="1200" b="0" dirty="0">
              <a:solidFill>
                <a:srgbClr val="6B7280"/>
              </a:solidFill>
              <a:latin typeface="SUITE Medium"/>
              <a:ea typeface="SUITE Medium"/>
            </a:endParaRPr>
          </a:p>
        </p:txBody>
      </p:sp>
      <p:pic>
        <p:nvPicPr>
          <p:cNvPr id="6" name="Picture 5" descr="head_Tank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9347" y="2501348"/>
            <a:ext cx="896112" cy="89611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629347" y="3461468"/>
            <a:ext cx="896112" cy="4247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buNone/>
            </a:pPr>
            <a:r>
              <a:rPr sz="1200" b="0" dirty="0" err="1" smtClean="0">
                <a:solidFill>
                  <a:srgbClr val="15181C"/>
                </a:solidFill>
                <a:latin typeface="SUITE Medium"/>
                <a:ea typeface="SUITE Medium"/>
              </a:rPr>
              <a:t>너굴</a:t>
            </a:r>
            <a:endParaRPr lang="en-US" sz="1200" b="0" dirty="0" smtClean="0">
              <a:solidFill>
                <a:srgbClr val="15181C"/>
              </a:solidFill>
              <a:latin typeface="SUITE Medium"/>
              <a:ea typeface="SUITE Medium"/>
            </a:endParaRPr>
          </a:p>
          <a:p>
            <a:pPr algn="ctr">
              <a:lnSpc>
                <a:spcPct val="115000"/>
              </a:lnSpc>
              <a:buNone/>
            </a:pPr>
            <a:r>
              <a:rPr lang="en-US" sz="1200" dirty="0" smtClean="0">
                <a:solidFill>
                  <a:srgbClr val="15181C"/>
                </a:solidFill>
                <a:latin typeface="SUITE Medium"/>
                <a:ea typeface="SUITE Medium"/>
              </a:rPr>
              <a:t>(</a:t>
            </a:r>
            <a:r>
              <a:rPr lang="ko-KR" altLang="en-US" sz="1200" dirty="0" smtClean="0">
                <a:solidFill>
                  <a:srgbClr val="15181C"/>
                </a:solidFill>
                <a:latin typeface="SUITE Medium"/>
                <a:ea typeface="SUITE Medium"/>
              </a:rPr>
              <a:t>너구리</a:t>
            </a:r>
            <a:r>
              <a:rPr lang="en-US" altLang="ko-KR" sz="1200" dirty="0" smtClean="0">
                <a:solidFill>
                  <a:srgbClr val="15181C"/>
                </a:solidFill>
                <a:latin typeface="SUITE Medium"/>
                <a:ea typeface="SUITE Medium"/>
              </a:rPr>
              <a:t>)</a:t>
            </a:r>
            <a:endParaRPr sz="1200" b="0" dirty="0">
              <a:solidFill>
                <a:srgbClr val="15181C"/>
              </a:solidFill>
              <a:latin typeface="SUITE Medium"/>
              <a:ea typeface="SUITE Medium"/>
            </a:endParaRPr>
          </a:p>
        </p:txBody>
      </p:sp>
      <p:pic>
        <p:nvPicPr>
          <p:cNvPr id="8" name="Picture 7" descr="head_Balanc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71762" y="2501348"/>
            <a:ext cx="896112" cy="89611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71762" y="3461468"/>
            <a:ext cx="896112" cy="4247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buNone/>
            </a:pPr>
            <a:r>
              <a:rPr sz="1200" b="0" dirty="0" err="1" smtClean="0">
                <a:solidFill>
                  <a:srgbClr val="15181C"/>
                </a:solidFill>
                <a:latin typeface="SUITE Medium"/>
                <a:ea typeface="SUITE Medium"/>
              </a:rPr>
              <a:t>라니</a:t>
            </a:r>
            <a:endParaRPr lang="en-US" sz="1200" b="0" dirty="0" smtClean="0">
              <a:solidFill>
                <a:srgbClr val="15181C"/>
              </a:solidFill>
              <a:latin typeface="SUITE Medium"/>
              <a:ea typeface="SUITE Medium"/>
            </a:endParaRPr>
          </a:p>
          <a:p>
            <a:pPr algn="ctr">
              <a:lnSpc>
                <a:spcPct val="115000"/>
              </a:lnSpc>
              <a:buNone/>
            </a:pPr>
            <a:r>
              <a:rPr lang="en-US" sz="1200" dirty="0" smtClean="0">
                <a:solidFill>
                  <a:srgbClr val="15181C"/>
                </a:solidFill>
                <a:latin typeface="SUITE Medium"/>
                <a:ea typeface="SUITE Medium"/>
              </a:rPr>
              <a:t>(</a:t>
            </a:r>
            <a:r>
              <a:rPr lang="ko-KR" altLang="en-US" sz="1200" dirty="0" smtClean="0">
                <a:solidFill>
                  <a:srgbClr val="15181C"/>
                </a:solidFill>
                <a:latin typeface="SUITE Medium"/>
                <a:ea typeface="SUITE Medium"/>
              </a:rPr>
              <a:t>고라니</a:t>
            </a:r>
            <a:r>
              <a:rPr lang="en-US" altLang="ko-KR" sz="1200" dirty="0" smtClean="0">
                <a:solidFill>
                  <a:srgbClr val="15181C"/>
                </a:solidFill>
                <a:latin typeface="SUITE Medium"/>
                <a:ea typeface="SUITE Medium"/>
              </a:rPr>
              <a:t>)</a:t>
            </a:r>
            <a:endParaRPr sz="1200" b="0" dirty="0">
              <a:solidFill>
                <a:srgbClr val="15181C"/>
              </a:solidFill>
              <a:latin typeface="SUITE Medium"/>
              <a:ea typeface="SUITE Medium"/>
            </a:endParaRPr>
          </a:p>
        </p:txBody>
      </p:sp>
      <p:pic>
        <p:nvPicPr>
          <p:cNvPr id="10" name="Picture 9" descr="head_Assassin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14178" y="2501348"/>
            <a:ext cx="896112" cy="89611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714178" y="3461468"/>
            <a:ext cx="896112" cy="4247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buNone/>
            </a:pPr>
            <a:r>
              <a:rPr sz="1200" b="0" dirty="0" err="1" smtClean="0">
                <a:solidFill>
                  <a:srgbClr val="15181C"/>
                </a:solidFill>
                <a:latin typeface="SUITE Medium"/>
                <a:ea typeface="SUITE Medium"/>
              </a:rPr>
              <a:t>깜냥</a:t>
            </a:r>
            <a:endParaRPr lang="en-US" sz="1200" b="0" dirty="0" smtClean="0">
              <a:solidFill>
                <a:srgbClr val="15181C"/>
              </a:solidFill>
              <a:latin typeface="SUITE Medium"/>
              <a:ea typeface="SUITE Medium"/>
            </a:endParaRPr>
          </a:p>
          <a:p>
            <a:pPr algn="ctr">
              <a:lnSpc>
                <a:spcPct val="115000"/>
              </a:lnSpc>
              <a:buNone/>
            </a:pPr>
            <a:r>
              <a:rPr lang="en-US" sz="1200" dirty="0" smtClean="0">
                <a:solidFill>
                  <a:srgbClr val="15181C"/>
                </a:solidFill>
                <a:latin typeface="SUITE Medium"/>
                <a:ea typeface="SUITE Medium"/>
              </a:rPr>
              <a:t>(</a:t>
            </a:r>
            <a:r>
              <a:rPr lang="ko-KR" altLang="en-US" sz="1200" dirty="0" smtClean="0">
                <a:solidFill>
                  <a:srgbClr val="15181C"/>
                </a:solidFill>
                <a:latin typeface="SUITE Medium"/>
                <a:ea typeface="SUITE Medium"/>
              </a:rPr>
              <a:t>검은 고양이</a:t>
            </a:r>
            <a:r>
              <a:rPr lang="en-US" altLang="ko-KR" sz="1200" dirty="0" smtClean="0">
                <a:solidFill>
                  <a:srgbClr val="15181C"/>
                </a:solidFill>
                <a:latin typeface="SUITE Medium"/>
                <a:ea typeface="SUITE Medium"/>
              </a:rPr>
              <a:t>)</a:t>
            </a:r>
            <a:endParaRPr sz="1200" b="0" dirty="0">
              <a:solidFill>
                <a:srgbClr val="15181C"/>
              </a:solidFill>
              <a:latin typeface="SUITE Medium"/>
              <a:ea typeface="SUITE Medium"/>
            </a:endParaRPr>
          </a:p>
        </p:txBody>
      </p:sp>
      <p:pic>
        <p:nvPicPr>
          <p:cNvPr id="12" name="Picture 11" descr="head_Grenadier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56270" y="4001535"/>
            <a:ext cx="896112" cy="89611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56270" y="4961655"/>
            <a:ext cx="896112" cy="4247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buNone/>
            </a:pPr>
            <a:r>
              <a:rPr sz="1200" b="0" dirty="0" err="1" smtClean="0">
                <a:solidFill>
                  <a:srgbClr val="15181C"/>
                </a:solidFill>
                <a:latin typeface="SUITE Medium"/>
                <a:ea typeface="SUITE Medium"/>
              </a:rPr>
              <a:t>둘기</a:t>
            </a:r>
            <a:endParaRPr lang="en-US" sz="1200" b="0" dirty="0" smtClean="0">
              <a:solidFill>
                <a:srgbClr val="15181C"/>
              </a:solidFill>
              <a:latin typeface="SUITE Medium"/>
              <a:ea typeface="SUITE Medium"/>
            </a:endParaRPr>
          </a:p>
          <a:p>
            <a:pPr algn="ctr">
              <a:lnSpc>
                <a:spcPct val="115000"/>
              </a:lnSpc>
              <a:buNone/>
            </a:pPr>
            <a:r>
              <a:rPr lang="en-US" sz="1200" dirty="0" smtClean="0">
                <a:solidFill>
                  <a:srgbClr val="15181C"/>
                </a:solidFill>
                <a:latin typeface="SUITE Medium"/>
                <a:ea typeface="SUITE Medium"/>
              </a:rPr>
              <a:t>(</a:t>
            </a:r>
            <a:r>
              <a:rPr lang="ko-KR" altLang="en-US" sz="1200" dirty="0" smtClean="0">
                <a:solidFill>
                  <a:srgbClr val="15181C"/>
                </a:solidFill>
                <a:latin typeface="SUITE Medium"/>
                <a:ea typeface="SUITE Medium"/>
              </a:rPr>
              <a:t>비둘기</a:t>
            </a:r>
            <a:r>
              <a:rPr lang="en-US" altLang="ko-KR" sz="1200" dirty="0" smtClean="0">
                <a:solidFill>
                  <a:srgbClr val="15181C"/>
                </a:solidFill>
                <a:latin typeface="SUITE Medium"/>
                <a:ea typeface="SUITE Medium"/>
              </a:rPr>
              <a:t>)</a:t>
            </a:r>
            <a:endParaRPr sz="1200" b="0" dirty="0">
              <a:solidFill>
                <a:srgbClr val="15181C"/>
              </a:solidFill>
              <a:latin typeface="SUITE Medium"/>
              <a:ea typeface="SUITE Medium"/>
            </a:endParaRPr>
          </a:p>
        </p:txBody>
      </p:sp>
      <p:pic>
        <p:nvPicPr>
          <p:cNvPr id="14" name="Picture 13" descr="head_Sniper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198686" y="4001535"/>
            <a:ext cx="896112" cy="896112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3198686" y="4961655"/>
            <a:ext cx="896112" cy="4247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buNone/>
            </a:pPr>
            <a:r>
              <a:rPr sz="1200" b="0" dirty="0" err="1" smtClean="0">
                <a:solidFill>
                  <a:srgbClr val="15181C"/>
                </a:solidFill>
                <a:latin typeface="SUITE Medium"/>
                <a:ea typeface="SUITE Medium"/>
              </a:rPr>
              <a:t>까돌</a:t>
            </a:r>
            <a:endParaRPr lang="en-US" sz="1200" b="0" dirty="0" smtClean="0">
              <a:solidFill>
                <a:srgbClr val="15181C"/>
              </a:solidFill>
              <a:latin typeface="SUITE Medium"/>
              <a:ea typeface="SUITE Medium"/>
            </a:endParaRPr>
          </a:p>
          <a:p>
            <a:pPr algn="ctr">
              <a:lnSpc>
                <a:spcPct val="115000"/>
              </a:lnSpc>
              <a:buNone/>
            </a:pPr>
            <a:r>
              <a:rPr lang="en-US" sz="1200" dirty="0" smtClean="0">
                <a:solidFill>
                  <a:srgbClr val="15181C"/>
                </a:solidFill>
                <a:latin typeface="SUITE Medium"/>
                <a:ea typeface="SUITE Medium"/>
              </a:rPr>
              <a:t>(</a:t>
            </a:r>
            <a:r>
              <a:rPr lang="ko-KR" altLang="en-US" sz="1200" dirty="0" smtClean="0">
                <a:solidFill>
                  <a:srgbClr val="15181C"/>
                </a:solidFill>
                <a:latin typeface="SUITE Medium"/>
                <a:ea typeface="SUITE Medium"/>
              </a:rPr>
              <a:t>까치</a:t>
            </a:r>
            <a:r>
              <a:rPr lang="en-US" altLang="ko-KR" sz="1200" dirty="0" smtClean="0">
                <a:solidFill>
                  <a:srgbClr val="15181C"/>
                </a:solidFill>
                <a:latin typeface="SUITE Medium"/>
                <a:ea typeface="SUITE Medium"/>
              </a:rPr>
              <a:t>)</a:t>
            </a:r>
            <a:endParaRPr sz="1200" b="0" dirty="0">
              <a:solidFill>
                <a:srgbClr val="15181C"/>
              </a:solidFill>
              <a:latin typeface="SUITE Medium"/>
              <a:ea typeface="SUITE Medium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481507" y="1541228"/>
            <a:ext cx="50749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buNone/>
            </a:pPr>
            <a:r>
              <a:rPr sz="2400" b="0">
                <a:solidFill>
                  <a:srgbClr val="15181C"/>
                </a:solidFill>
                <a:latin typeface="SUITE ExtraBold"/>
                <a:ea typeface="SUITE ExtraBold"/>
              </a:rPr>
              <a:t>모방 로봇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81507" y="2016716"/>
            <a:ext cx="50749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buNone/>
            </a:pPr>
            <a:r>
              <a:rPr sz="1200" b="0" dirty="0" err="1">
                <a:solidFill>
                  <a:srgbClr val="6B7280"/>
                </a:solidFill>
                <a:latin typeface="SUITE Medium"/>
                <a:ea typeface="SUITE Medium"/>
              </a:rPr>
              <a:t>동물을</a:t>
            </a:r>
            <a:r>
              <a:rPr sz="1200" b="0" dirty="0">
                <a:solidFill>
                  <a:srgbClr val="6B7280"/>
                </a:solidFill>
                <a:latin typeface="SUITE Medium"/>
                <a:ea typeface="SUITE Medium"/>
              </a:rPr>
              <a:t> </a:t>
            </a:r>
            <a:r>
              <a:rPr sz="1200" b="0" dirty="0" err="1">
                <a:solidFill>
                  <a:srgbClr val="6B7280"/>
                </a:solidFill>
                <a:latin typeface="SUITE Medium"/>
                <a:ea typeface="SUITE Medium"/>
              </a:rPr>
              <a:t>스캔해</a:t>
            </a:r>
            <a:r>
              <a:rPr sz="1200" b="0" dirty="0">
                <a:solidFill>
                  <a:srgbClr val="6B7280"/>
                </a:solidFill>
                <a:latin typeface="SUITE Medium"/>
                <a:ea typeface="SUITE Medium"/>
              </a:rPr>
              <a:t> </a:t>
            </a:r>
            <a:r>
              <a:rPr sz="1200" b="0" dirty="0" err="1">
                <a:solidFill>
                  <a:srgbClr val="6B7280"/>
                </a:solidFill>
                <a:latin typeface="SUITE Medium"/>
                <a:ea typeface="SUITE Medium"/>
              </a:rPr>
              <a:t>진짜가</a:t>
            </a:r>
            <a:r>
              <a:rPr sz="1200" b="0" dirty="0">
                <a:solidFill>
                  <a:srgbClr val="6B7280"/>
                </a:solidFill>
                <a:latin typeface="SUITE Medium"/>
                <a:ea typeface="SUITE Medium"/>
              </a:rPr>
              <a:t> </a:t>
            </a:r>
            <a:r>
              <a:rPr sz="1200" b="0" dirty="0" err="1">
                <a:solidFill>
                  <a:srgbClr val="6B7280"/>
                </a:solidFill>
                <a:latin typeface="SUITE Medium"/>
                <a:ea typeface="SUITE Medium"/>
              </a:rPr>
              <a:t>되려는</a:t>
            </a:r>
            <a:r>
              <a:rPr sz="1200" b="0" dirty="0">
                <a:solidFill>
                  <a:srgbClr val="6B7280"/>
                </a:solidFill>
                <a:latin typeface="SUITE Medium"/>
                <a:ea typeface="SUITE Medium"/>
              </a:rPr>
              <a:t> </a:t>
            </a:r>
            <a:r>
              <a:rPr sz="1200" b="0" dirty="0" err="1">
                <a:solidFill>
                  <a:srgbClr val="6B7280"/>
                </a:solidFill>
                <a:latin typeface="SUITE Medium"/>
                <a:ea typeface="SUITE Medium"/>
              </a:rPr>
              <a:t>기계들</a:t>
            </a:r>
            <a:endParaRPr sz="1200" b="0" dirty="0">
              <a:solidFill>
                <a:srgbClr val="6B7280"/>
              </a:solidFill>
              <a:latin typeface="SUITE Medium"/>
              <a:ea typeface="SUITE Medium"/>
            </a:endParaRPr>
          </a:p>
        </p:txBody>
      </p:sp>
      <p:pic>
        <p:nvPicPr>
          <p:cNvPr id="18" name="Picture 17" descr="mhead_Tank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81507" y="2501348"/>
            <a:ext cx="896112" cy="896112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7481507" y="3461468"/>
            <a:ext cx="89611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buNone/>
            </a:pPr>
            <a:r>
              <a:rPr sz="1200" b="0">
                <a:solidFill>
                  <a:srgbClr val="15181C"/>
                </a:solidFill>
                <a:latin typeface="SUITE Medium"/>
                <a:ea typeface="SUITE Medium"/>
              </a:rPr>
              <a:t>너굴봇</a:t>
            </a:r>
          </a:p>
        </p:txBody>
      </p:sp>
      <p:pic>
        <p:nvPicPr>
          <p:cNvPr id="20" name="Picture 19" descr="mhead_Balance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523923" y="2501348"/>
            <a:ext cx="896112" cy="896112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8523923" y="3461468"/>
            <a:ext cx="89611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buNone/>
            </a:pPr>
            <a:r>
              <a:rPr sz="1200" b="0">
                <a:solidFill>
                  <a:srgbClr val="15181C"/>
                </a:solidFill>
                <a:latin typeface="SUITE Medium"/>
                <a:ea typeface="SUITE Medium"/>
              </a:rPr>
              <a:t>라니봇</a:t>
            </a:r>
          </a:p>
        </p:txBody>
      </p:sp>
      <p:pic>
        <p:nvPicPr>
          <p:cNvPr id="22" name="Picture 21" descr="mhead_Assassin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566339" y="2501348"/>
            <a:ext cx="896112" cy="896112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9566339" y="3461468"/>
            <a:ext cx="89611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buNone/>
            </a:pPr>
            <a:r>
              <a:rPr sz="1200" b="0">
                <a:solidFill>
                  <a:srgbClr val="15181C"/>
                </a:solidFill>
                <a:latin typeface="SUITE Medium"/>
                <a:ea typeface="SUITE Medium"/>
              </a:rPr>
              <a:t>깜냥봇</a:t>
            </a:r>
          </a:p>
        </p:txBody>
      </p:sp>
      <p:pic>
        <p:nvPicPr>
          <p:cNvPr id="24" name="Picture 23" descr="mhead_Grenadier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022718" y="4001535"/>
            <a:ext cx="896112" cy="896112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8022718" y="4961655"/>
            <a:ext cx="89611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buNone/>
            </a:pPr>
            <a:r>
              <a:rPr sz="1200" b="0">
                <a:solidFill>
                  <a:srgbClr val="15181C"/>
                </a:solidFill>
                <a:latin typeface="SUITE Medium"/>
                <a:ea typeface="SUITE Medium"/>
              </a:rPr>
              <a:t>둘기봇</a:t>
            </a:r>
          </a:p>
        </p:txBody>
      </p:sp>
      <p:pic>
        <p:nvPicPr>
          <p:cNvPr id="26" name="Picture 25" descr="mhead_Sniper.jp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065134" y="4001535"/>
            <a:ext cx="896112" cy="896112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9065134" y="4961655"/>
            <a:ext cx="89611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buNone/>
            </a:pPr>
            <a:r>
              <a:rPr sz="1200" b="0">
                <a:solidFill>
                  <a:srgbClr val="15181C"/>
                </a:solidFill>
                <a:latin typeface="SUITE Medium"/>
                <a:ea typeface="SUITE Medium"/>
              </a:rPr>
              <a:t>까돌봇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57278" y="3727215"/>
            <a:ext cx="777240" cy="495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buNone/>
            </a:pPr>
            <a:r>
              <a:rPr sz="2800" b="0" dirty="0">
                <a:solidFill>
                  <a:srgbClr val="A0A6AE"/>
                </a:solidFill>
                <a:latin typeface="SUITE ExtraBold"/>
                <a:ea typeface="SUITE ExtraBold"/>
              </a:rPr>
              <a:t>VS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27674" y="5299983"/>
            <a:ext cx="5074920" cy="19774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buNone/>
            </a:pPr>
            <a:r>
              <a:rPr sz="1200" b="0" dirty="0">
                <a:solidFill>
                  <a:srgbClr val="6B7280"/>
                </a:solidFill>
                <a:latin typeface="SUITE Medium"/>
                <a:ea typeface="SUITE Medium"/>
              </a:rPr>
              <a:t>"</a:t>
            </a:r>
            <a:r>
              <a:rPr sz="1200" b="0" dirty="0" err="1">
                <a:solidFill>
                  <a:srgbClr val="6B7280"/>
                </a:solidFill>
                <a:latin typeface="SUITE Medium"/>
                <a:ea typeface="SUITE Medium"/>
              </a:rPr>
              <a:t>스캔</a:t>
            </a:r>
            <a:r>
              <a:rPr sz="1200" b="0" dirty="0">
                <a:solidFill>
                  <a:srgbClr val="6B7280"/>
                </a:solidFill>
                <a:latin typeface="SUITE Medium"/>
                <a:ea typeface="SUITE Medium"/>
              </a:rPr>
              <a:t> </a:t>
            </a:r>
            <a:r>
              <a:rPr sz="1200" b="0" dirty="0" err="1">
                <a:solidFill>
                  <a:srgbClr val="6B7280"/>
                </a:solidFill>
                <a:latin typeface="SUITE Medium"/>
                <a:ea typeface="SUITE Medium"/>
              </a:rPr>
              <a:t>완료</a:t>
            </a:r>
            <a:r>
              <a:rPr sz="1200" b="0" dirty="0">
                <a:solidFill>
                  <a:srgbClr val="6B7280"/>
                </a:solidFill>
                <a:latin typeface="SUITE Medium"/>
                <a:ea typeface="SUITE Medium"/>
              </a:rPr>
              <a:t>. </a:t>
            </a:r>
            <a:r>
              <a:rPr sz="1200" b="0" dirty="0" err="1">
                <a:solidFill>
                  <a:srgbClr val="6B7280"/>
                </a:solidFill>
                <a:latin typeface="SUITE Medium"/>
                <a:ea typeface="SUITE Medium"/>
              </a:rPr>
              <a:t>상대</a:t>
            </a:r>
            <a:r>
              <a:rPr sz="1200" b="0" dirty="0">
                <a:solidFill>
                  <a:srgbClr val="6B7280"/>
                </a:solidFill>
                <a:latin typeface="SUITE Medium"/>
                <a:ea typeface="SUITE Medium"/>
              </a:rPr>
              <a:t> </a:t>
            </a:r>
            <a:r>
              <a:rPr sz="1200" b="0" dirty="0" err="1">
                <a:solidFill>
                  <a:srgbClr val="6B7280"/>
                </a:solidFill>
                <a:latin typeface="SUITE Medium"/>
                <a:ea typeface="SUITE Medium"/>
              </a:rPr>
              <a:t>고라니</a:t>
            </a:r>
            <a:r>
              <a:rPr sz="1200" b="0" dirty="0">
                <a:solidFill>
                  <a:srgbClr val="6B7280"/>
                </a:solidFill>
                <a:latin typeface="SUITE Medium"/>
                <a:ea typeface="SUITE Medium"/>
              </a:rPr>
              <a:t> </a:t>
            </a:r>
            <a:r>
              <a:rPr sz="1200" b="0" dirty="0" err="1">
                <a:solidFill>
                  <a:srgbClr val="6B7280"/>
                </a:solidFill>
                <a:latin typeface="SUITE Medium"/>
                <a:ea typeface="SUITE Medium"/>
              </a:rPr>
              <a:t>패턴</a:t>
            </a:r>
            <a:r>
              <a:rPr sz="1200" b="0" dirty="0">
                <a:solidFill>
                  <a:srgbClr val="6B7280"/>
                </a:solidFill>
                <a:latin typeface="SUITE Medium"/>
                <a:ea typeface="SUITE Medium"/>
              </a:rPr>
              <a:t> </a:t>
            </a:r>
            <a:r>
              <a:rPr sz="1200" b="0" dirty="0" err="1">
                <a:solidFill>
                  <a:srgbClr val="6B7280"/>
                </a:solidFill>
                <a:latin typeface="SUITE Medium"/>
                <a:ea typeface="SUITE Medium"/>
              </a:rPr>
              <a:t>모방</a:t>
            </a:r>
            <a:r>
              <a:rPr sz="1200" b="0" dirty="0">
                <a:solidFill>
                  <a:srgbClr val="6B7280"/>
                </a:solidFill>
                <a:latin typeface="SUITE Medium"/>
                <a:ea typeface="SUITE Medium"/>
              </a:rPr>
              <a:t> </a:t>
            </a:r>
            <a:r>
              <a:rPr sz="1200" b="0" dirty="0" err="1">
                <a:solidFill>
                  <a:srgbClr val="6B7280"/>
                </a:solidFill>
                <a:latin typeface="SUITE Medium"/>
                <a:ea typeface="SUITE Medium"/>
              </a:rPr>
              <a:t>개시</a:t>
            </a:r>
            <a:r>
              <a:rPr sz="1200" b="0" dirty="0">
                <a:solidFill>
                  <a:srgbClr val="6B7280"/>
                </a:solidFill>
                <a:latin typeface="SUITE Medium"/>
                <a:ea typeface="SUITE Medium"/>
              </a:rPr>
              <a:t>."</a:t>
            </a:r>
          </a:p>
        </p:txBody>
      </p:sp>
    </p:spTree>
    <p:extLst>
      <p:ext uri="{BB962C8B-B14F-4D97-AF65-F5344CB8AC3E}">
        <p14:creationId xmlns:p14="http://schemas.microsoft.com/office/powerpoint/2010/main" val="38316240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502920"/>
            <a:ext cx="1088136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buNone/>
            </a:pPr>
            <a:r>
              <a:rPr sz="3000" b="0" dirty="0" err="1">
                <a:solidFill>
                  <a:srgbClr val="15181C"/>
                </a:solidFill>
                <a:latin typeface="SUITE ExtraBold"/>
                <a:ea typeface="SUITE ExtraBold"/>
              </a:rPr>
              <a:t>키워드</a:t>
            </a:r>
            <a:r>
              <a:rPr sz="3000" b="0" dirty="0">
                <a:solidFill>
                  <a:srgbClr val="15181C"/>
                </a:solidFill>
                <a:latin typeface="SUITE ExtraBold"/>
                <a:ea typeface="SUITE ExtraBold"/>
              </a:rPr>
              <a:t> 세 </a:t>
            </a:r>
            <a:r>
              <a:rPr sz="3000" b="0" dirty="0" err="1">
                <a:solidFill>
                  <a:srgbClr val="15181C"/>
                </a:solidFill>
                <a:latin typeface="SUITE ExtraBold"/>
                <a:ea typeface="SUITE ExtraBold"/>
              </a:rPr>
              <a:t>개를</a:t>
            </a:r>
            <a:r>
              <a:rPr sz="3000" b="0" dirty="0">
                <a:solidFill>
                  <a:srgbClr val="15181C"/>
                </a:solidFill>
                <a:latin typeface="SUITE ExtraBold"/>
                <a:ea typeface="SUITE ExtraBold"/>
              </a:rPr>
              <a:t> </a:t>
            </a:r>
            <a:r>
              <a:rPr sz="3000" b="0" dirty="0" err="1">
                <a:solidFill>
                  <a:srgbClr val="15181C"/>
                </a:solidFill>
                <a:latin typeface="SUITE ExtraBold"/>
                <a:ea typeface="SUITE ExtraBold"/>
              </a:rPr>
              <a:t>이렇게</a:t>
            </a:r>
            <a:r>
              <a:rPr sz="3000" b="0" dirty="0">
                <a:solidFill>
                  <a:srgbClr val="15181C"/>
                </a:solidFill>
                <a:latin typeface="SUITE ExtraBold"/>
                <a:ea typeface="SUITE ExtraBold"/>
              </a:rPr>
              <a:t> </a:t>
            </a:r>
            <a:r>
              <a:rPr sz="3000" b="0" dirty="0" err="1">
                <a:solidFill>
                  <a:srgbClr val="15181C"/>
                </a:solidFill>
                <a:latin typeface="SUITE ExtraBold"/>
                <a:ea typeface="SUITE ExtraBold"/>
              </a:rPr>
              <a:t>읽었습니다</a:t>
            </a:r>
            <a:endParaRPr sz="3000" b="0" dirty="0">
              <a:solidFill>
                <a:srgbClr val="15181C"/>
              </a:solidFill>
              <a:latin typeface="SUITE ExtraBold"/>
              <a:ea typeface="SUITE ExtraBold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40080" y="1828800"/>
            <a:ext cx="34290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buNone/>
            </a:pPr>
            <a:r>
              <a:rPr sz="4400" b="0" dirty="0">
                <a:solidFill>
                  <a:srgbClr val="0E8C85"/>
                </a:solidFill>
                <a:latin typeface="SUITE ExtraBold"/>
                <a:ea typeface="SUITE ExtraBold"/>
              </a:rPr>
              <a:t>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788920"/>
            <a:ext cx="3429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buNone/>
            </a:pPr>
            <a:r>
              <a:rPr sz="1100" b="0">
                <a:solidFill>
                  <a:srgbClr val="6B7280"/>
                </a:solidFill>
                <a:latin typeface="SUITE Medium"/>
                <a:ea typeface="SUITE Medium"/>
              </a:rPr>
              <a:t>공통 키워드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291840"/>
            <a:ext cx="3429000" cy="640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buNone/>
            </a:pPr>
            <a:r>
              <a:rPr lang="en-US" sz="1600" b="0" dirty="0" smtClean="0">
                <a:solidFill>
                  <a:srgbClr val="15181C"/>
                </a:solidFill>
                <a:latin typeface="SUITE Medium"/>
                <a:ea typeface="SUITE Medium"/>
              </a:rPr>
              <a:t>2026</a:t>
            </a:r>
            <a:r>
              <a:rPr lang="ko-KR" altLang="en-US" sz="1600" b="0" dirty="0" smtClean="0">
                <a:solidFill>
                  <a:srgbClr val="15181C"/>
                </a:solidFill>
                <a:latin typeface="SUITE Medium"/>
                <a:ea typeface="SUITE Medium"/>
              </a:rPr>
              <a:t>년</a:t>
            </a:r>
            <a:r>
              <a:rPr lang="en-US" altLang="ko-KR" sz="1600" b="0" dirty="0" smtClean="0">
                <a:solidFill>
                  <a:srgbClr val="15181C"/>
                </a:solidFill>
                <a:latin typeface="SUITE Medium"/>
                <a:ea typeface="SUITE Medium"/>
              </a:rPr>
              <a:t>, </a:t>
            </a:r>
            <a:r>
              <a:rPr sz="1600" b="0" dirty="0" err="1" smtClean="0">
                <a:solidFill>
                  <a:srgbClr val="15181C"/>
                </a:solidFill>
                <a:latin typeface="SUITE Medium"/>
                <a:ea typeface="SUITE Medium"/>
              </a:rPr>
              <a:t>AI</a:t>
            </a:r>
            <a:r>
              <a:rPr sz="1600" b="0" dirty="0" err="1">
                <a:solidFill>
                  <a:srgbClr val="15181C"/>
                </a:solidFill>
                <a:latin typeface="SUITE Medium"/>
                <a:ea typeface="SUITE Medium"/>
              </a:rPr>
              <a:t>는</a:t>
            </a:r>
            <a:r>
              <a:rPr sz="1600" b="0" dirty="0">
                <a:solidFill>
                  <a:srgbClr val="15181C"/>
                </a:solidFill>
                <a:latin typeface="SUITE Medium"/>
                <a:ea typeface="SUITE Medium"/>
              </a:rPr>
              <a:t> </a:t>
            </a:r>
            <a:r>
              <a:rPr sz="1600" b="0" dirty="0" err="1">
                <a:solidFill>
                  <a:srgbClr val="15181C"/>
                </a:solidFill>
                <a:latin typeface="SUITE Medium"/>
                <a:ea typeface="SUITE Medium"/>
              </a:rPr>
              <a:t>가장</a:t>
            </a:r>
            <a:r>
              <a:rPr sz="1600" b="0" dirty="0">
                <a:solidFill>
                  <a:srgbClr val="15181C"/>
                </a:solidFill>
                <a:latin typeface="SUITE Medium"/>
                <a:ea typeface="SUITE Medium"/>
              </a:rPr>
              <a:t> </a:t>
            </a:r>
            <a:r>
              <a:rPr sz="1600" b="0" dirty="0" err="1">
                <a:solidFill>
                  <a:srgbClr val="15181C"/>
                </a:solidFill>
                <a:latin typeface="SUITE Medium"/>
                <a:ea typeface="SUITE Medium"/>
              </a:rPr>
              <a:t>강력한</a:t>
            </a:r>
            <a:r>
              <a:rPr sz="1600" b="0" dirty="0">
                <a:solidFill>
                  <a:srgbClr val="15181C"/>
                </a:solidFill>
                <a:latin typeface="SUITE Medium"/>
                <a:ea typeface="SUITE Medium"/>
              </a:rPr>
              <a:t> </a:t>
            </a:r>
            <a:r>
              <a:rPr sz="1600" b="0" dirty="0" err="1" smtClean="0">
                <a:solidFill>
                  <a:srgbClr val="15181C"/>
                </a:solidFill>
                <a:latin typeface="SUITE Medium"/>
                <a:ea typeface="SUITE Medium"/>
              </a:rPr>
              <a:t>도구이자</a:t>
            </a:r>
            <a:endParaRPr lang="en-US" sz="1600" dirty="0">
              <a:solidFill>
                <a:srgbClr val="15181C"/>
              </a:solidFill>
              <a:latin typeface="SUITE Medium"/>
              <a:ea typeface="SUITE Medium"/>
            </a:endParaRPr>
          </a:p>
          <a:p>
            <a:pPr algn="l">
              <a:lnSpc>
                <a:spcPct val="130000"/>
              </a:lnSpc>
              <a:buNone/>
            </a:pPr>
            <a:r>
              <a:rPr sz="1600" b="0" dirty="0" err="1" smtClean="0">
                <a:solidFill>
                  <a:srgbClr val="15181C"/>
                </a:solidFill>
                <a:latin typeface="SUITE Medium"/>
                <a:ea typeface="SUITE Medium"/>
              </a:rPr>
              <a:t>경계해야</a:t>
            </a:r>
            <a:r>
              <a:rPr sz="1600" b="0" dirty="0" smtClean="0">
                <a:solidFill>
                  <a:srgbClr val="15181C"/>
                </a:solidFill>
                <a:latin typeface="SUITE Medium"/>
                <a:ea typeface="SUITE Medium"/>
              </a:rPr>
              <a:t> </a:t>
            </a:r>
            <a:r>
              <a:rPr sz="1600" b="0" dirty="0">
                <a:solidFill>
                  <a:srgbClr val="15181C"/>
                </a:solidFill>
                <a:latin typeface="SUITE Medium"/>
                <a:ea typeface="SUITE Medium"/>
              </a:rPr>
              <a:t>할 </a:t>
            </a:r>
            <a:r>
              <a:rPr sz="1600" b="0" dirty="0" err="1">
                <a:solidFill>
                  <a:srgbClr val="15181C"/>
                </a:solidFill>
                <a:latin typeface="SUITE Medium"/>
                <a:ea typeface="SUITE Medium"/>
              </a:rPr>
              <a:t>대상이</a:t>
            </a:r>
            <a:r>
              <a:rPr sz="1600" b="0" dirty="0">
                <a:solidFill>
                  <a:srgbClr val="15181C"/>
                </a:solidFill>
                <a:latin typeface="SUITE Medium"/>
                <a:ea typeface="SUITE Medium"/>
              </a:rPr>
              <a:t> </a:t>
            </a:r>
            <a:r>
              <a:rPr sz="1600" b="0" dirty="0" err="1">
                <a:solidFill>
                  <a:srgbClr val="15181C"/>
                </a:solidFill>
                <a:latin typeface="SUITE Medium"/>
                <a:ea typeface="SUITE Medium"/>
              </a:rPr>
              <a:t>됐다</a:t>
            </a:r>
            <a:r>
              <a:rPr sz="1600" b="0" dirty="0">
                <a:solidFill>
                  <a:srgbClr val="15181C"/>
                </a:solidFill>
                <a:latin typeface="SUITE Medium"/>
                <a:ea typeface="SUITE Medium"/>
              </a:rPr>
              <a:t>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526280"/>
            <a:ext cx="3429000" cy="52014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buNone/>
            </a:pPr>
            <a:r>
              <a:rPr sz="1300" b="0" dirty="0">
                <a:solidFill>
                  <a:srgbClr val="6B7280"/>
                </a:solidFill>
                <a:latin typeface="SUITE Medium"/>
                <a:ea typeface="SUITE Medium"/>
              </a:rPr>
              <a:t>AI </a:t>
            </a:r>
            <a:r>
              <a:rPr sz="1300" b="0" dirty="0" err="1">
                <a:solidFill>
                  <a:srgbClr val="6B7280"/>
                </a:solidFill>
                <a:latin typeface="SUITE Medium"/>
                <a:ea typeface="SUITE Medium"/>
              </a:rPr>
              <a:t>아군과</a:t>
            </a:r>
            <a:r>
              <a:rPr sz="1300" b="0" dirty="0">
                <a:solidFill>
                  <a:srgbClr val="6B7280"/>
                </a:solidFill>
                <a:latin typeface="SUITE Medium"/>
                <a:ea typeface="SUITE Medium"/>
              </a:rPr>
              <a:t> </a:t>
            </a:r>
            <a:r>
              <a:rPr sz="1300" b="0" dirty="0" err="1">
                <a:solidFill>
                  <a:srgbClr val="6B7280"/>
                </a:solidFill>
                <a:latin typeface="SUITE Medium"/>
                <a:ea typeface="SUITE Medium"/>
              </a:rPr>
              <a:t>협력하면서</a:t>
            </a:r>
            <a:r>
              <a:rPr sz="1300" b="0" dirty="0" smtClean="0">
                <a:solidFill>
                  <a:srgbClr val="6B7280"/>
                </a:solidFill>
                <a:latin typeface="SUITE Medium"/>
                <a:ea typeface="SUITE Medium"/>
              </a:rPr>
              <a:t>,</a:t>
            </a:r>
            <a:endParaRPr lang="en-US" sz="1300" b="0" dirty="0" smtClean="0">
              <a:solidFill>
                <a:srgbClr val="6B7280"/>
              </a:solidFill>
              <a:latin typeface="SUITE Medium"/>
              <a:ea typeface="SUITE Medium"/>
            </a:endParaRPr>
          </a:p>
          <a:p>
            <a:pPr algn="l">
              <a:lnSpc>
                <a:spcPct val="130000"/>
              </a:lnSpc>
              <a:buNone/>
            </a:pPr>
            <a:r>
              <a:rPr sz="1300" b="0" dirty="0" err="1" smtClean="0">
                <a:solidFill>
                  <a:srgbClr val="6B7280"/>
                </a:solidFill>
                <a:latin typeface="SUITE Medium"/>
                <a:ea typeface="SUITE Medium"/>
              </a:rPr>
              <a:t>동시에</a:t>
            </a:r>
            <a:r>
              <a:rPr sz="1300" b="0" dirty="0" smtClean="0">
                <a:solidFill>
                  <a:srgbClr val="6B7280"/>
                </a:solidFill>
                <a:latin typeface="SUITE Medium"/>
                <a:ea typeface="SUITE Medium"/>
              </a:rPr>
              <a:t> </a:t>
            </a:r>
            <a:r>
              <a:rPr sz="1300" b="0" dirty="0">
                <a:solidFill>
                  <a:srgbClr val="6B7280"/>
                </a:solidFill>
                <a:latin typeface="SUITE Medium"/>
                <a:ea typeface="SUITE Medium"/>
              </a:rPr>
              <a:t>AI </a:t>
            </a:r>
            <a:r>
              <a:rPr sz="1300" b="0" dirty="0" err="1">
                <a:solidFill>
                  <a:srgbClr val="6B7280"/>
                </a:solidFill>
                <a:latin typeface="SUITE Medium"/>
                <a:ea typeface="SUITE Medium"/>
              </a:rPr>
              <a:t>적군을</a:t>
            </a:r>
            <a:r>
              <a:rPr sz="1300" b="0" dirty="0">
                <a:solidFill>
                  <a:srgbClr val="6B7280"/>
                </a:solidFill>
                <a:latin typeface="SUITE Medium"/>
                <a:ea typeface="SUITE Medium"/>
              </a:rPr>
              <a:t> </a:t>
            </a:r>
            <a:r>
              <a:rPr sz="1300" b="0" dirty="0" err="1">
                <a:solidFill>
                  <a:srgbClr val="6B7280"/>
                </a:solidFill>
                <a:latin typeface="SUITE Medium"/>
                <a:ea typeface="SUITE Medium"/>
              </a:rPr>
              <a:t>상대하는</a:t>
            </a:r>
            <a:r>
              <a:rPr sz="1300" b="0" dirty="0">
                <a:solidFill>
                  <a:srgbClr val="6B7280"/>
                </a:solidFill>
                <a:latin typeface="SUITE Medium"/>
                <a:ea typeface="SUITE Medium"/>
              </a:rPr>
              <a:t> </a:t>
            </a:r>
            <a:r>
              <a:rPr sz="1300" b="0" dirty="0" err="1">
                <a:solidFill>
                  <a:srgbClr val="6B7280"/>
                </a:solidFill>
                <a:latin typeface="SUITE Medium"/>
                <a:ea typeface="SUITE Medium"/>
              </a:rPr>
              <a:t>게임</a:t>
            </a:r>
            <a:r>
              <a:rPr sz="1300" b="0" dirty="0">
                <a:solidFill>
                  <a:srgbClr val="6B7280"/>
                </a:solidFill>
                <a:latin typeface="SUITE Medium"/>
                <a:ea typeface="SUITE Medium"/>
              </a:rPr>
              <a:t>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229100" y="1920240"/>
            <a:ext cx="0" cy="3749040"/>
          </a:xfrm>
          <a:prstGeom prst="line">
            <a:avLst/>
          </a:prstGeom>
          <a:ln w="9525">
            <a:solidFill>
              <a:srgbClr val="E3E6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389120" y="1828800"/>
            <a:ext cx="34290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buNone/>
            </a:pPr>
            <a:r>
              <a:rPr sz="4400" b="0">
                <a:solidFill>
                  <a:srgbClr val="0E8C85"/>
                </a:solidFill>
                <a:latin typeface="SUITE ExtraBold"/>
                <a:ea typeface="SUITE ExtraBold"/>
              </a:rPr>
              <a:t>영역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0" y="2788920"/>
            <a:ext cx="3429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buNone/>
            </a:pPr>
            <a:r>
              <a:rPr sz="1100" b="0">
                <a:solidFill>
                  <a:srgbClr val="6B7280"/>
                </a:solidFill>
                <a:latin typeface="SUITE Medium"/>
                <a:ea typeface="SUITE Medium"/>
              </a:rPr>
              <a:t>소재 키워드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0" y="3291840"/>
            <a:ext cx="3429000" cy="640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buNone/>
            </a:pPr>
            <a:r>
              <a:rPr sz="1600" b="0" dirty="0" err="1">
                <a:solidFill>
                  <a:srgbClr val="15181C"/>
                </a:solidFill>
                <a:latin typeface="SUITE Medium"/>
                <a:ea typeface="SUITE Medium"/>
              </a:rPr>
              <a:t>거점</a:t>
            </a:r>
            <a:r>
              <a:rPr sz="1600" b="0" dirty="0">
                <a:solidFill>
                  <a:srgbClr val="15181C"/>
                </a:solidFill>
                <a:latin typeface="SUITE Medium"/>
                <a:ea typeface="SUITE Medium"/>
              </a:rPr>
              <a:t> </a:t>
            </a:r>
            <a:r>
              <a:rPr sz="1600" b="0" dirty="0" err="1" smtClean="0">
                <a:solidFill>
                  <a:srgbClr val="15181C"/>
                </a:solidFill>
                <a:latin typeface="SUITE Medium"/>
                <a:ea typeface="SUITE Medium"/>
              </a:rPr>
              <a:t>점령</a:t>
            </a:r>
            <a:r>
              <a:rPr lang="en-US" sz="1600" b="0" dirty="0" smtClean="0">
                <a:solidFill>
                  <a:srgbClr val="15181C"/>
                </a:solidFill>
                <a:latin typeface="SUITE Medium"/>
                <a:ea typeface="SUITE Medium"/>
              </a:rPr>
              <a:t> </a:t>
            </a:r>
            <a:r>
              <a:rPr lang="ko-KR" altLang="en-US" sz="1600" b="0" dirty="0" smtClean="0">
                <a:solidFill>
                  <a:srgbClr val="15181C"/>
                </a:solidFill>
                <a:latin typeface="SUITE Medium"/>
                <a:ea typeface="SUITE Medium"/>
              </a:rPr>
              <a:t>게임</a:t>
            </a:r>
            <a:r>
              <a:rPr sz="1600" b="0" dirty="0" smtClean="0">
                <a:solidFill>
                  <a:srgbClr val="15181C"/>
                </a:solidFill>
                <a:latin typeface="SUITE Medium"/>
                <a:ea typeface="SUITE Medium"/>
              </a:rPr>
              <a:t>.</a:t>
            </a:r>
            <a:endParaRPr lang="en-US" sz="1600" b="0" dirty="0" smtClean="0">
              <a:solidFill>
                <a:srgbClr val="15181C"/>
              </a:solidFill>
              <a:latin typeface="SUITE Medium"/>
              <a:ea typeface="SUITE Medium"/>
            </a:endParaRPr>
          </a:p>
          <a:p>
            <a:pPr algn="l">
              <a:lnSpc>
                <a:spcPct val="130000"/>
              </a:lnSpc>
              <a:buNone/>
            </a:pPr>
            <a:r>
              <a:rPr sz="1600" b="0" dirty="0" err="1" smtClean="0">
                <a:solidFill>
                  <a:srgbClr val="15181C"/>
                </a:solidFill>
                <a:latin typeface="SUITE Medium"/>
                <a:ea typeface="SUITE Medium"/>
              </a:rPr>
              <a:t>도시</a:t>
            </a:r>
            <a:r>
              <a:rPr sz="1600" b="0" dirty="0" smtClean="0">
                <a:solidFill>
                  <a:srgbClr val="15181C"/>
                </a:solidFill>
                <a:latin typeface="SUITE Medium"/>
                <a:ea typeface="SUITE Medium"/>
              </a:rPr>
              <a:t> </a:t>
            </a:r>
            <a:r>
              <a:rPr sz="1600" b="0" dirty="0" err="1">
                <a:solidFill>
                  <a:srgbClr val="15181C"/>
                </a:solidFill>
                <a:latin typeface="SUITE Medium"/>
                <a:ea typeface="SUITE Medium"/>
              </a:rPr>
              <a:t>뒷골목에</a:t>
            </a:r>
            <a:r>
              <a:rPr sz="1600" b="0" dirty="0">
                <a:solidFill>
                  <a:srgbClr val="15181C"/>
                </a:solidFill>
                <a:latin typeface="SUITE Medium"/>
                <a:ea typeface="SUITE Medium"/>
              </a:rPr>
              <a:t> </a:t>
            </a:r>
            <a:r>
              <a:rPr sz="1600" b="0" dirty="0" err="1">
                <a:solidFill>
                  <a:srgbClr val="15181C"/>
                </a:solidFill>
                <a:latin typeface="SUITE Medium"/>
                <a:ea typeface="SUITE Medium"/>
              </a:rPr>
              <a:t>사는</a:t>
            </a:r>
            <a:r>
              <a:rPr sz="1600" b="0" dirty="0">
                <a:solidFill>
                  <a:srgbClr val="15181C"/>
                </a:solidFill>
                <a:latin typeface="SUITE Medium"/>
                <a:ea typeface="SUITE Medium"/>
              </a:rPr>
              <a:t> </a:t>
            </a:r>
            <a:r>
              <a:rPr sz="1600" b="0" dirty="0" err="1">
                <a:solidFill>
                  <a:srgbClr val="15181C"/>
                </a:solidFill>
                <a:latin typeface="SUITE Medium"/>
                <a:ea typeface="SUITE Medium"/>
              </a:rPr>
              <a:t>동물들의</a:t>
            </a:r>
            <a:r>
              <a:rPr sz="1600" b="0" dirty="0">
                <a:solidFill>
                  <a:srgbClr val="15181C"/>
                </a:solidFill>
                <a:latin typeface="SUITE Medium"/>
                <a:ea typeface="SUITE Medium"/>
              </a:rPr>
              <a:t> </a:t>
            </a:r>
            <a:r>
              <a:rPr sz="1600" b="0" dirty="0" err="1">
                <a:solidFill>
                  <a:srgbClr val="15181C"/>
                </a:solidFill>
                <a:latin typeface="SUITE Medium"/>
                <a:ea typeface="SUITE Medium"/>
              </a:rPr>
              <a:t>영역</a:t>
            </a:r>
            <a:r>
              <a:rPr sz="1600" b="0" dirty="0">
                <a:solidFill>
                  <a:srgbClr val="15181C"/>
                </a:solidFill>
                <a:latin typeface="SUITE Medium"/>
                <a:ea typeface="SUITE Medium"/>
              </a:rPr>
              <a:t> </a:t>
            </a:r>
            <a:r>
              <a:rPr sz="1600" b="0" dirty="0" err="1">
                <a:solidFill>
                  <a:srgbClr val="15181C"/>
                </a:solidFill>
                <a:latin typeface="SUITE Medium"/>
                <a:ea typeface="SUITE Medium"/>
              </a:rPr>
              <a:t>싸움</a:t>
            </a:r>
            <a:r>
              <a:rPr sz="1600" b="0" dirty="0">
                <a:solidFill>
                  <a:srgbClr val="15181C"/>
                </a:solidFill>
                <a:latin typeface="SUITE Medium"/>
                <a:ea typeface="SUITE Medium"/>
              </a:rPr>
              <a:t>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4526280"/>
            <a:ext cx="342900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buNone/>
            </a:pPr>
            <a:r>
              <a:rPr sz="1300" b="0">
                <a:solidFill>
                  <a:srgbClr val="6B7280"/>
                </a:solidFill>
                <a:latin typeface="SUITE Medium"/>
                <a:ea typeface="SUITE Medium"/>
              </a:rPr>
              <a:t>상대는 그 동물들을 모방해 진짜가 되려는 동물 로봇.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978140" y="1920240"/>
            <a:ext cx="0" cy="3749040"/>
          </a:xfrm>
          <a:prstGeom prst="line">
            <a:avLst/>
          </a:prstGeom>
          <a:ln w="9525">
            <a:solidFill>
              <a:srgbClr val="E3E6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8138159" y="1828800"/>
            <a:ext cx="34290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buNone/>
            </a:pPr>
            <a:r>
              <a:rPr sz="4400" b="0">
                <a:solidFill>
                  <a:srgbClr val="0E8C85"/>
                </a:solidFill>
                <a:latin typeface="SUITE ExtraBold"/>
                <a:ea typeface="SUITE ExtraBold"/>
              </a:rPr>
              <a:t>예측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159" y="2788920"/>
            <a:ext cx="3429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buNone/>
            </a:pPr>
            <a:r>
              <a:rPr sz="1100" b="0">
                <a:solidFill>
                  <a:srgbClr val="6B7280"/>
                </a:solidFill>
                <a:latin typeface="SUITE Medium"/>
                <a:ea typeface="SUITE Medium"/>
              </a:rPr>
              <a:t>기능 키워드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38159" y="3291840"/>
            <a:ext cx="3429000" cy="96026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buNone/>
            </a:pPr>
            <a:r>
              <a:rPr sz="1600" b="0" dirty="0" err="1">
                <a:solidFill>
                  <a:srgbClr val="15181C"/>
                </a:solidFill>
                <a:latin typeface="SUITE Medium"/>
                <a:ea typeface="SUITE Medium"/>
              </a:rPr>
              <a:t>실시간</a:t>
            </a:r>
            <a:r>
              <a:rPr sz="1600" b="0" dirty="0">
                <a:solidFill>
                  <a:srgbClr val="15181C"/>
                </a:solidFill>
                <a:latin typeface="SUITE Medium"/>
                <a:ea typeface="SUITE Medium"/>
              </a:rPr>
              <a:t> </a:t>
            </a:r>
            <a:r>
              <a:rPr sz="1600" b="0" dirty="0" err="1">
                <a:solidFill>
                  <a:srgbClr val="15181C"/>
                </a:solidFill>
                <a:latin typeface="SUITE Medium"/>
                <a:ea typeface="SUITE Medium"/>
              </a:rPr>
              <a:t>턴제</a:t>
            </a:r>
            <a:r>
              <a:rPr sz="1600" b="0" dirty="0" smtClean="0">
                <a:solidFill>
                  <a:srgbClr val="15181C"/>
                </a:solidFill>
                <a:latin typeface="SUITE Medium"/>
                <a:ea typeface="SUITE Medium"/>
              </a:rPr>
              <a:t>.</a:t>
            </a:r>
            <a:endParaRPr lang="en-US" sz="1600" dirty="0" smtClean="0">
              <a:solidFill>
                <a:srgbClr val="15181C"/>
              </a:solidFill>
              <a:latin typeface="SUITE Medium"/>
              <a:ea typeface="SUITE Medium"/>
            </a:endParaRPr>
          </a:p>
          <a:p>
            <a:pPr algn="l">
              <a:lnSpc>
                <a:spcPct val="130000"/>
              </a:lnSpc>
              <a:buNone/>
            </a:pPr>
            <a:r>
              <a:rPr lang="ko-KR" altLang="en-US" sz="1600" b="0" dirty="0" smtClean="0">
                <a:solidFill>
                  <a:srgbClr val="15181C"/>
                </a:solidFill>
                <a:latin typeface="SUITE Medium"/>
                <a:ea typeface="SUITE Medium"/>
              </a:rPr>
              <a:t>실시간이지만</a:t>
            </a:r>
            <a:r>
              <a:rPr lang="en-US" altLang="ko-KR" sz="1600" b="0" dirty="0" smtClean="0">
                <a:solidFill>
                  <a:srgbClr val="15181C"/>
                </a:solidFill>
                <a:latin typeface="SUITE Medium"/>
                <a:ea typeface="SUITE Medium"/>
              </a:rPr>
              <a:t>,</a:t>
            </a:r>
          </a:p>
          <a:p>
            <a:pPr algn="l">
              <a:lnSpc>
                <a:spcPct val="130000"/>
              </a:lnSpc>
              <a:buNone/>
            </a:pPr>
            <a:r>
              <a:rPr lang="ko-KR" altLang="en-US" sz="1600" dirty="0" smtClean="0">
                <a:solidFill>
                  <a:srgbClr val="15181C"/>
                </a:solidFill>
                <a:latin typeface="SUITE Medium"/>
                <a:ea typeface="SUITE Medium"/>
              </a:rPr>
              <a:t>모든 공격은 </a:t>
            </a:r>
            <a:r>
              <a:rPr lang="ko-KR" altLang="en-US" sz="1600" dirty="0" err="1" smtClean="0">
                <a:solidFill>
                  <a:srgbClr val="15181C"/>
                </a:solidFill>
                <a:latin typeface="SUITE Medium"/>
                <a:ea typeface="SUITE Medium"/>
              </a:rPr>
              <a:t>딜레이와</a:t>
            </a:r>
            <a:r>
              <a:rPr lang="en-US" altLang="ko-KR" sz="1600" dirty="0">
                <a:solidFill>
                  <a:srgbClr val="15181C"/>
                </a:solidFill>
                <a:latin typeface="SUITE Medium"/>
                <a:ea typeface="SUITE Medium"/>
              </a:rPr>
              <a:t> </a:t>
            </a:r>
            <a:r>
              <a:rPr lang="ko-KR" altLang="en-US" sz="1600" b="0" dirty="0" smtClean="0">
                <a:solidFill>
                  <a:srgbClr val="15181C"/>
                </a:solidFill>
                <a:latin typeface="SUITE Medium"/>
                <a:ea typeface="SUITE Medium"/>
              </a:rPr>
              <a:t>예고가 있다</a:t>
            </a:r>
            <a:r>
              <a:rPr lang="en-US" altLang="ko-KR" sz="1600" b="0" dirty="0" smtClean="0">
                <a:solidFill>
                  <a:srgbClr val="15181C"/>
                </a:solidFill>
                <a:latin typeface="SUITE Medium"/>
                <a:ea typeface="SUITE Medium"/>
              </a:rPr>
              <a:t>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38159" y="4526280"/>
            <a:ext cx="3429000" cy="52014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buNone/>
            </a:pPr>
            <a:r>
              <a:rPr lang="ko-KR" altLang="en-US" sz="1300" b="0" dirty="0" smtClean="0">
                <a:solidFill>
                  <a:srgbClr val="6B7280"/>
                </a:solidFill>
                <a:latin typeface="SUITE Medium"/>
                <a:ea typeface="SUITE Medium"/>
              </a:rPr>
              <a:t>공격이 발동되기 전</a:t>
            </a:r>
            <a:r>
              <a:rPr lang="en-US" altLang="ko-KR" sz="1300" b="0" dirty="0" smtClean="0">
                <a:solidFill>
                  <a:srgbClr val="6B7280"/>
                </a:solidFill>
                <a:latin typeface="SUITE Medium"/>
                <a:ea typeface="SUITE Medium"/>
              </a:rPr>
              <a:t>, </a:t>
            </a:r>
            <a:r>
              <a:rPr lang="ko-KR" altLang="en-US" sz="1300" b="0" dirty="0" smtClean="0">
                <a:solidFill>
                  <a:srgbClr val="6B7280"/>
                </a:solidFill>
                <a:latin typeface="SUITE Medium"/>
                <a:ea typeface="SUITE Medium"/>
              </a:rPr>
              <a:t>예고가 먼저 표시된다</a:t>
            </a:r>
            <a:r>
              <a:rPr lang="en-US" altLang="ko-KR" sz="1300" b="0" dirty="0" smtClean="0">
                <a:solidFill>
                  <a:srgbClr val="6B7280"/>
                </a:solidFill>
                <a:latin typeface="SUITE Medium"/>
                <a:ea typeface="SUITE Medium"/>
              </a:rPr>
              <a:t>.</a:t>
            </a:r>
          </a:p>
          <a:p>
            <a:pPr algn="l">
              <a:lnSpc>
                <a:spcPct val="130000"/>
              </a:lnSpc>
              <a:buNone/>
            </a:pPr>
            <a:r>
              <a:rPr lang="ko-KR" altLang="en-US" sz="1300" dirty="0" smtClean="0">
                <a:solidFill>
                  <a:srgbClr val="6B7280"/>
                </a:solidFill>
                <a:latin typeface="SUITE Medium"/>
                <a:ea typeface="SUITE Medium"/>
              </a:rPr>
              <a:t>상대가 피할 위치를 예측해서 공격해라</a:t>
            </a:r>
            <a:r>
              <a:rPr lang="en-US" altLang="ko-KR" sz="1300" dirty="0" smtClean="0">
                <a:solidFill>
                  <a:srgbClr val="6B7280"/>
                </a:solidFill>
                <a:latin typeface="SUITE Medium"/>
                <a:ea typeface="SUITE Medium"/>
              </a:rPr>
              <a:t>.</a:t>
            </a:r>
            <a:endParaRPr sz="1300" b="0" dirty="0">
              <a:solidFill>
                <a:srgbClr val="6B7280"/>
              </a:solidFill>
              <a:latin typeface="SUITE Medium"/>
              <a:ea typeface="SUITE Medium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502920"/>
            <a:ext cx="10881360" cy="53091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buNone/>
            </a:pPr>
            <a:r>
              <a:rPr sz="3000" b="0" dirty="0" err="1">
                <a:solidFill>
                  <a:srgbClr val="15181C"/>
                </a:solidFill>
                <a:latin typeface="SUITE ExtraBold"/>
                <a:ea typeface="SUITE ExtraBold"/>
              </a:rPr>
              <a:t>그래서</a:t>
            </a:r>
            <a:r>
              <a:rPr sz="3000" b="0" dirty="0">
                <a:solidFill>
                  <a:srgbClr val="15181C"/>
                </a:solidFill>
                <a:latin typeface="SUITE ExtraBold"/>
                <a:ea typeface="SUITE ExtraBold"/>
              </a:rPr>
              <a:t> </a:t>
            </a:r>
            <a:r>
              <a:rPr sz="3000" b="0" dirty="0" err="1">
                <a:solidFill>
                  <a:srgbClr val="15181C"/>
                </a:solidFill>
                <a:latin typeface="SUITE ExtraBold"/>
                <a:ea typeface="SUITE ExtraBold"/>
              </a:rPr>
              <a:t>만든</a:t>
            </a:r>
            <a:r>
              <a:rPr sz="3000" b="0" dirty="0">
                <a:solidFill>
                  <a:srgbClr val="15181C"/>
                </a:solidFill>
                <a:latin typeface="SUITE ExtraBold"/>
                <a:ea typeface="SUITE ExtraBold"/>
              </a:rPr>
              <a:t> </a:t>
            </a:r>
            <a:r>
              <a:rPr sz="3000" b="0" dirty="0" smtClean="0">
                <a:solidFill>
                  <a:srgbClr val="15181C"/>
                </a:solidFill>
                <a:latin typeface="SUITE ExtraBold"/>
                <a:ea typeface="SUITE ExtraBold"/>
              </a:rPr>
              <a:t>것</a:t>
            </a:r>
            <a:endParaRPr sz="3000" b="0" dirty="0">
              <a:solidFill>
                <a:srgbClr val="15181C"/>
              </a:solidFill>
              <a:latin typeface="SUITE ExtraBold"/>
              <a:ea typeface="SUITE ExtraBold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640080" y="1179308"/>
            <a:ext cx="6400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buNone/>
            </a:pPr>
            <a:r>
              <a:rPr sz="4000" b="0" dirty="0">
                <a:solidFill>
                  <a:srgbClr val="0E8C85"/>
                </a:solidFill>
                <a:latin typeface="SUITE ExtraBold"/>
                <a:ea typeface="SUITE ExtraBold"/>
              </a:rPr>
              <a:t>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447227" y="1385048"/>
            <a:ext cx="56692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buNone/>
            </a:pPr>
            <a:r>
              <a:rPr sz="2000" b="0" dirty="0" err="1">
                <a:solidFill>
                  <a:srgbClr val="15181C"/>
                </a:solidFill>
                <a:latin typeface="SUITE SemiBold"/>
                <a:ea typeface="SUITE SemiBold"/>
              </a:rPr>
              <a:t>거점을</a:t>
            </a:r>
            <a:r>
              <a:rPr sz="2000" b="0" dirty="0">
                <a:solidFill>
                  <a:srgbClr val="15181C"/>
                </a:solidFill>
                <a:latin typeface="SUITE SemiBold"/>
                <a:ea typeface="SUITE SemiBold"/>
              </a:rPr>
              <a:t> </a:t>
            </a:r>
            <a:r>
              <a:rPr sz="2000" b="0" dirty="0" err="1">
                <a:solidFill>
                  <a:srgbClr val="15181C"/>
                </a:solidFill>
                <a:latin typeface="SUITE SemiBold"/>
                <a:ea typeface="SUITE SemiBold"/>
              </a:rPr>
              <a:t>밟으면</a:t>
            </a:r>
            <a:r>
              <a:rPr sz="2000" b="0" dirty="0">
                <a:solidFill>
                  <a:srgbClr val="15181C"/>
                </a:solidFill>
                <a:latin typeface="SUITE SemiBold"/>
                <a:ea typeface="SUITE SemiBold"/>
              </a:rPr>
              <a:t> </a:t>
            </a:r>
            <a:r>
              <a:rPr sz="2000" b="0" dirty="0" err="1">
                <a:solidFill>
                  <a:srgbClr val="15181C"/>
                </a:solidFill>
                <a:latin typeface="SUITE SemiBold"/>
                <a:ea typeface="SUITE SemiBold"/>
              </a:rPr>
              <a:t>게이지가</a:t>
            </a:r>
            <a:r>
              <a:rPr sz="2000" b="0" dirty="0">
                <a:solidFill>
                  <a:srgbClr val="15181C"/>
                </a:solidFill>
                <a:latin typeface="SUITE SemiBold"/>
                <a:ea typeface="SUITE SemiBold"/>
              </a:rPr>
              <a:t> </a:t>
            </a:r>
            <a:r>
              <a:rPr sz="2000" b="0" dirty="0" err="1">
                <a:solidFill>
                  <a:srgbClr val="15181C"/>
                </a:solidFill>
                <a:latin typeface="SUITE SemiBold"/>
                <a:ea typeface="SUITE SemiBold"/>
              </a:rPr>
              <a:t>찬다</a:t>
            </a:r>
            <a:endParaRPr sz="2000" b="0" dirty="0">
              <a:solidFill>
                <a:srgbClr val="15181C"/>
              </a:solidFill>
              <a:latin typeface="SUITE SemiBold"/>
              <a:ea typeface="SUITE SemiBold"/>
            </a:endParaRPr>
          </a:p>
        </p:txBody>
      </p:sp>
      <p:pic>
        <p:nvPicPr>
          <p:cNvPr id="45" name="그림 44"/>
          <p:cNvPicPr>
            <a:picLocks noChangeAspect="1"/>
          </p:cNvPicPr>
          <p:nvPr/>
        </p:nvPicPr>
        <p:blipFill rotWithShape="1">
          <a:blip r:embed="rId3"/>
          <a:srcRect l="14970" t="16254" r="16704" b="7544"/>
          <a:stretch/>
        </p:blipFill>
        <p:spPr>
          <a:xfrm>
            <a:off x="908212" y="2101333"/>
            <a:ext cx="2915080" cy="2481943"/>
          </a:xfrm>
          <a:prstGeom prst="rect">
            <a:avLst/>
          </a:prstGeom>
        </p:spPr>
      </p:pic>
      <p:pic>
        <p:nvPicPr>
          <p:cNvPr id="46" name="그림 45"/>
          <p:cNvPicPr>
            <a:picLocks noChangeAspect="1"/>
          </p:cNvPicPr>
          <p:nvPr/>
        </p:nvPicPr>
        <p:blipFill rotWithShape="1">
          <a:blip r:embed="rId4"/>
          <a:srcRect t="22496" r="4266" b="7886"/>
          <a:stretch/>
        </p:blipFill>
        <p:spPr>
          <a:xfrm>
            <a:off x="4006506" y="2101333"/>
            <a:ext cx="7179623" cy="3531372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4006506" y="5667436"/>
            <a:ext cx="5669280" cy="2700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buNone/>
            </a:pPr>
            <a:r>
              <a:rPr lang="ko-KR" altLang="en-US" sz="1350" b="0" dirty="0" smtClean="0">
                <a:solidFill>
                  <a:srgbClr val="6B7280"/>
                </a:solidFill>
                <a:latin typeface="SUITE Medium"/>
                <a:ea typeface="SUITE Medium"/>
              </a:rPr>
              <a:t>총 </a:t>
            </a:r>
            <a:r>
              <a:rPr lang="en-US" altLang="ko-KR" sz="1350" b="0" dirty="0" smtClean="0">
                <a:solidFill>
                  <a:srgbClr val="6B7280"/>
                </a:solidFill>
                <a:latin typeface="SUITE Medium"/>
                <a:ea typeface="SUITE Medium"/>
              </a:rPr>
              <a:t>3</a:t>
            </a:r>
            <a:r>
              <a:rPr lang="ko-KR" altLang="en-US" sz="1350" b="0" dirty="0" smtClean="0">
                <a:solidFill>
                  <a:srgbClr val="6B7280"/>
                </a:solidFill>
                <a:latin typeface="SUITE Medium"/>
                <a:ea typeface="SUITE Medium"/>
              </a:rPr>
              <a:t>개의 거점</a:t>
            </a:r>
            <a:r>
              <a:rPr lang="en-US" altLang="ko-KR" sz="1350" b="0" dirty="0" smtClean="0">
                <a:solidFill>
                  <a:srgbClr val="6B7280"/>
                </a:solidFill>
                <a:latin typeface="SUITE Medium"/>
                <a:ea typeface="SUITE Medium"/>
              </a:rPr>
              <a:t>, </a:t>
            </a:r>
            <a:r>
              <a:rPr lang="ko-KR" altLang="en-US" sz="1350" b="0" dirty="0" smtClean="0">
                <a:solidFill>
                  <a:srgbClr val="6B7280"/>
                </a:solidFill>
                <a:latin typeface="SUITE Medium"/>
                <a:ea typeface="SUITE Medium"/>
              </a:rPr>
              <a:t>거점을 다 점령하거나 상대를 모두 처치하면 승리</a:t>
            </a:r>
            <a:endParaRPr sz="1350" b="0" dirty="0">
              <a:solidFill>
                <a:srgbClr val="6B7280"/>
              </a:solidFill>
              <a:latin typeface="SUITE Medium"/>
              <a:ea typeface="SUITE Medium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6887532" y="502920"/>
            <a:ext cx="4755797" cy="3906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buNone/>
            </a:pPr>
            <a:r>
              <a:rPr lang="ko-KR" altLang="en-US" sz="2400" dirty="0" smtClean="0">
                <a:solidFill>
                  <a:srgbClr val="0E8C85"/>
                </a:solidFill>
                <a:latin typeface="SUITE ExtraBold"/>
                <a:ea typeface="SUITE ExtraBold"/>
              </a:rPr>
              <a:t>키워드 </a:t>
            </a:r>
            <a:r>
              <a:rPr lang="en-US" altLang="ko-KR" sz="2400" dirty="0" smtClean="0">
                <a:solidFill>
                  <a:srgbClr val="0E8C85"/>
                </a:solidFill>
                <a:latin typeface="SUITE ExtraBold"/>
                <a:ea typeface="SUITE ExtraBold"/>
              </a:rPr>
              <a:t>‘</a:t>
            </a:r>
            <a:r>
              <a:rPr lang="ko-KR" altLang="en-US" sz="2400" dirty="0" smtClean="0">
                <a:solidFill>
                  <a:srgbClr val="0E8C85"/>
                </a:solidFill>
                <a:latin typeface="SUITE ExtraBold"/>
                <a:ea typeface="SUITE ExtraBold"/>
              </a:rPr>
              <a:t>영역</a:t>
            </a:r>
            <a:r>
              <a:rPr lang="en-US" altLang="ko-KR" sz="2400" dirty="0" smtClean="0">
                <a:solidFill>
                  <a:srgbClr val="0E8C85"/>
                </a:solidFill>
                <a:latin typeface="SUITE ExtraBold"/>
                <a:ea typeface="SUITE ExtraBold"/>
              </a:rPr>
              <a:t>‘ – </a:t>
            </a:r>
            <a:r>
              <a:rPr lang="ko-KR" altLang="en-US" sz="2400" dirty="0" smtClean="0">
                <a:solidFill>
                  <a:srgbClr val="0E8C85"/>
                </a:solidFill>
                <a:latin typeface="SUITE ExtraBold"/>
                <a:ea typeface="SUITE ExtraBold"/>
              </a:rPr>
              <a:t>거점 점령 게임</a:t>
            </a:r>
            <a:endParaRPr sz="2400" b="0" dirty="0">
              <a:solidFill>
                <a:srgbClr val="0E8C85"/>
              </a:solidFill>
              <a:latin typeface="SUITE ExtraBold"/>
              <a:ea typeface="SUITE ExtraBold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502920"/>
            <a:ext cx="10881360" cy="53091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buNone/>
            </a:pPr>
            <a:r>
              <a:rPr sz="3000" b="0" dirty="0" err="1">
                <a:solidFill>
                  <a:srgbClr val="15181C"/>
                </a:solidFill>
                <a:latin typeface="SUITE ExtraBold"/>
                <a:ea typeface="SUITE ExtraBold"/>
              </a:rPr>
              <a:t>그래서</a:t>
            </a:r>
            <a:r>
              <a:rPr sz="3000" b="0" dirty="0">
                <a:solidFill>
                  <a:srgbClr val="15181C"/>
                </a:solidFill>
                <a:latin typeface="SUITE ExtraBold"/>
                <a:ea typeface="SUITE ExtraBold"/>
              </a:rPr>
              <a:t> </a:t>
            </a:r>
            <a:r>
              <a:rPr sz="3000" b="0" dirty="0" err="1">
                <a:solidFill>
                  <a:srgbClr val="15181C"/>
                </a:solidFill>
                <a:latin typeface="SUITE ExtraBold"/>
                <a:ea typeface="SUITE ExtraBold"/>
              </a:rPr>
              <a:t>만든</a:t>
            </a:r>
            <a:r>
              <a:rPr sz="3000" b="0" dirty="0">
                <a:solidFill>
                  <a:srgbClr val="15181C"/>
                </a:solidFill>
                <a:latin typeface="SUITE ExtraBold"/>
                <a:ea typeface="SUITE ExtraBold"/>
              </a:rPr>
              <a:t> </a:t>
            </a:r>
            <a:r>
              <a:rPr sz="3000" b="0" dirty="0" smtClean="0">
                <a:solidFill>
                  <a:srgbClr val="15181C"/>
                </a:solidFill>
                <a:latin typeface="SUITE ExtraBold"/>
                <a:ea typeface="SUITE ExtraBold"/>
              </a:rPr>
              <a:t>것</a:t>
            </a:r>
            <a:endParaRPr sz="3000" b="0" dirty="0">
              <a:solidFill>
                <a:srgbClr val="15181C"/>
              </a:solidFill>
              <a:latin typeface="SUITE ExtraBold"/>
              <a:ea typeface="SUITE ExtraBold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640080" y="1179308"/>
            <a:ext cx="640080" cy="6591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buNone/>
            </a:pPr>
            <a:r>
              <a:rPr lang="en-US" sz="4000" b="0" dirty="0" smtClean="0">
                <a:solidFill>
                  <a:srgbClr val="0E8C85"/>
                </a:solidFill>
                <a:latin typeface="SUITE ExtraBold"/>
                <a:ea typeface="SUITE ExtraBold"/>
              </a:rPr>
              <a:t>2</a:t>
            </a:r>
            <a:endParaRPr sz="4000" b="0" dirty="0">
              <a:solidFill>
                <a:srgbClr val="0E8C85"/>
              </a:solidFill>
              <a:latin typeface="SUITE ExtraBold"/>
              <a:ea typeface="SUITE ExtraBold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1447227" y="1385048"/>
            <a:ext cx="5669280" cy="3539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lang="en-US" altLang="ko-KR" sz="2000" dirty="0" smtClean="0">
                <a:solidFill>
                  <a:srgbClr val="15181C"/>
                </a:solidFill>
                <a:latin typeface="SUITE SemiBold"/>
                <a:ea typeface="SUITE SemiBold"/>
              </a:rPr>
              <a:t>3 VS 3 </a:t>
            </a:r>
            <a:r>
              <a:rPr lang="ko-KR" altLang="en-US" sz="2000" dirty="0" smtClean="0">
                <a:solidFill>
                  <a:srgbClr val="15181C"/>
                </a:solidFill>
                <a:latin typeface="SUITE SemiBold"/>
                <a:ea typeface="SUITE SemiBold"/>
              </a:rPr>
              <a:t>실시간 </a:t>
            </a:r>
            <a:r>
              <a:rPr lang="ko-KR" altLang="en-US" sz="2000" dirty="0" err="1">
                <a:solidFill>
                  <a:srgbClr val="15181C"/>
                </a:solidFill>
                <a:latin typeface="SUITE SemiBold"/>
                <a:ea typeface="SUITE SemiBold"/>
              </a:rPr>
              <a:t>턴제</a:t>
            </a:r>
            <a:r>
              <a:rPr lang="en-US" altLang="ko-KR" sz="2000" dirty="0">
                <a:solidFill>
                  <a:srgbClr val="15181C"/>
                </a:solidFill>
                <a:latin typeface="SUITE SemiBold"/>
                <a:ea typeface="SUITE SemiBold"/>
              </a:rPr>
              <a:t>, </a:t>
            </a:r>
            <a:r>
              <a:rPr lang="ko-KR" altLang="en-US" sz="2000" dirty="0">
                <a:solidFill>
                  <a:srgbClr val="15181C"/>
                </a:solidFill>
                <a:latin typeface="SUITE SemiBold"/>
                <a:ea typeface="SUITE SemiBold"/>
              </a:rPr>
              <a:t>모든 공격은 예고 뒤에 판정된다</a:t>
            </a:r>
            <a:endParaRPr lang="ko-KR" altLang="en-US" sz="2000" dirty="0">
              <a:solidFill>
                <a:srgbClr val="15181C"/>
              </a:solidFill>
              <a:latin typeface="SUITE SemiBold"/>
              <a:ea typeface="SUITE SemiBold"/>
            </a:endParaRPr>
          </a:p>
        </p:txBody>
      </p:sp>
      <p:pic>
        <p:nvPicPr>
          <p:cNvPr id="12" name="그림 11"/>
          <p:cNvPicPr>
            <a:picLocks noChangeAspect="1"/>
          </p:cNvPicPr>
          <p:nvPr/>
        </p:nvPicPr>
        <p:blipFill rotWithShape="1">
          <a:blip r:embed="rId3"/>
          <a:srcRect t="12784" r="20067" b="2989"/>
          <a:stretch/>
        </p:blipFill>
        <p:spPr>
          <a:xfrm>
            <a:off x="6080760" y="2005409"/>
            <a:ext cx="4728861" cy="3186358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 rotWithShape="1">
          <a:blip r:embed="rId4"/>
          <a:srcRect b="7846"/>
          <a:stretch/>
        </p:blipFill>
        <p:spPr>
          <a:xfrm>
            <a:off x="1049621" y="2005409"/>
            <a:ext cx="4289846" cy="3186357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9023326" y="1651752"/>
            <a:ext cx="2498114" cy="810222"/>
          </a:xfrm>
          <a:prstGeom prst="rect">
            <a:avLst/>
          </a:prstGeom>
          <a:ln w="57150"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0000"/>
              </a:lnSpc>
              <a:buNone/>
            </a:pPr>
            <a:r>
              <a:rPr lang="ko-KR" altLang="en-US" sz="1350" b="0" dirty="0" smtClean="0">
                <a:solidFill>
                  <a:sysClr val="windowText" lastClr="000000"/>
                </a:solidFill>
                <a:latin typeface="SUITE Medium"/>
                <a:ea typeface="SUITE Medium"/>
              </a:rPr>
              <a:t>상대의 공격 예고</a:t>
            </a:r>
            <a:endParaRPr lang="en-US" altLang="ko-KR" sz="1350" b="0" dirty="0" smtClean="0">
              <a:solidFill>
                <a:sysClr val="windowText" lastClr="000000"/>
              </a:solidFill>
              <a:latin typeface="SUITE Medium"/>
              <a:ea typeface="SUITE Medium"/>
            </a:endParaRPr>
          </a:p>
          <a:p>
            <a:pPr algn="ctr">
              <a:lnSpc>
                <a:spcPct val="130000"/>
              </a:lnSpc>
              <a:buNone/>
            </a:pPr>
            <a:r>
              <a:rPr lang="en-US" altLang="ko-KR" sz="1350" b="0" dirty="0" smtClean="0">
                <a:solidFill>
                  <a:sysClr val="windowText" lastClr="000000"/>
                </a:solidFill>
                <a:latin typeface="SUITE Medium"/>
                <a:ea typeface="SUITE Medium"/>
              </a:rPr>
              <a:t>(</a:t>
            </a:r>
            <a:r>
              <a:rPr lang="ko-KR" altLang="en-US" sz="1350" b="0" dirty="0" smtClean="0">
                <a:solidFill>
                  <a:sysClr val="windowText" lastClr="000000"/>
                </a:solidFill>
                <a:latin typeface="SUITE Medium"/>
                <a:ea typeface="SUITE Medium"/>
              </a:rPr>
              <a:t>바깥쪽 흰색 타이머가 다 돌면</a:t>
            </a:r>
            <a:r>
              <a:rPr lang="en-US" altLang="ko-KR" sz="1350" b="0" dirty="0" smtClean="0">
                <a:solidFill>
                  <a:sysClr val="windowText" lastClr="000000"/>
                </a:solidFill>
                <a:latin typeface="SUITE Medium"/>
                <a:ea typeface="SUITE Medium"/>
              </a:rPr>
              <a:t>,</a:t>
            </a:r>
          </a:p>
          <a:p>
            <a:pPr algn="ctr">
              <a:lnSpc>
                <a:spcPct val="130000"/>
              </a:lnSpc>
              <a:buNone/>
            </a:pPr>
            <a:r>
              <a:rPr lang="ko-KR" altLang="en-US" sz="1350" b="0" dirty="0" smtClean="0">
                <a:solidFill>
                  <a:sysClr val="windowText" lastClr="000000"/>
                </a:solidFill>
                <a:latin typeface="SUITE Medium"/>
                <a:ea typeface="SUITE Medium"/>
              </a:rPr>
              <a:t>해당 칸에 공격이 발동된다</a:t>
            </a:r>
            <a:r>
              <a:rPr lang="en-US" altLang="ko-KR" sz="1350" b="0" dirty="0" smtClean="0">
                <a:solidFill>
                  <a:sysClr val="windowText" lastClr="000000"/>
                </a:solidFill>
                <a:latin typeface="SUITE Medium"/>
                <a:ea typeface="SUITE Medium"/>
              </a:rPr>
              <a:t>.)</a:t>
            </a:r>
            <a:endParaRPr sz="1350" b="0" dirty="0">
              <a:solidFill>
                <a:sysClr val="windowText" lastClr="000000"/>
              </a:solidFill>
              <a:latin typeface="SUITE Medium"/>
              <a:ea typeface="SUITE Medium"/>
            </a:endParaRPr>
          </a:p>
        </p:txBody>
      </p:sp>
      <p:cxnSp>
        <p:nvCxnSpPr>
          <p:cNvPr id="5" name="직선 화살표 연결선 4"/>
          <p:cNvCxnSpPr/>
          <p:nvPr/>
        </p:nvCxnSpPr>
        <p:spPr>
          <a:xfrm flipH="1">
            <a:off x="9811882" y="2466686"/>
            <a:ext cx="426634" cy="423201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9563100" y="3953886"/>
            <a:ext cx="1364655" cy="270074"/>
          </a:xfrm>
          <a:prstGeom prst="rect">
            <a:avLst/>
          </a:prstGeom>
          <a:ln w="57150">
            <a:solidFill>
              <a:srgbClr val="00B0F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0000"/>
              </a:lnSpc>
              <a:buNone/>
            </a:pPr>
            <a:r>
              <a:rPr lang="ko-KR" altLang="en-US" sz="1350" b="0" dirty="0" smtClean="0">
                <a:solidFill>
                  <a:sysClr val="windowText" lastClr="000000"/>
                </a:solidFill>
                <a:latin typeface="SUITE Medium"/>
                <a:ea typeface="SUITE Medium"/>
              </a:rPr>
              <a:t>아군의 공격 예고</a:t>
            </a:r>
            <a:endParaRPr sz="1350" b="0" dirty="0">
              <a:solidFill>
                <a:sysClr val="windowText" lastClr="000000"/>
              </a:solidFill>
              <a:latin typeface="SUITE Medium"/>
              <a:ea typeface="SUITE Medium"/>
            </a:endParaRPr>
          </a:p>
        </p:txBody>
      </p:sp>
      <p:cxnSp>
        <p:nvCxnSpPr>
          <p:cNvPr id="19" name="직선 화살표 연결선 18"/>
          <p:cNvCxnSpPr/>
          <p:nvPr/>
        </p:nvCxnSpPr>
        <p:spPr>
          <a:xfrm flipH="1" flipV="1">
            <a:off x="9158632" y="3423684"/>
            <a:ext cx="404468" cy="512976"/>
          </a:xfrm>
          <a:prstGeom prst="straightConnector1">
            <a:avLst/>
          </a:prstGeom>
          <a:ln w="57150">
            <a:solidFill>
              <a:srgbClr val="00B0F0"/>
            </a:solidFill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1049621" y="5310173"/>
            <a:ext cx="6739890" cy="8102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buNone/>
            </a:pPr>
            <a:r>
              <a:rPr lang="ko-KR" altLang="en-US" sz="1350" b="0" dirty="0" smtClean="0">
                <a:solidFill>
                  <a:srgbClr val="6B7280"/>
                </a:solidFill>
                <a:latin typeface="SUITE Medium"/>
                <a:ea typeface="SUITE Medium"/>
              </a:rPr>
              <a:t>각 캐릭터들은 </a:t>
            </a:r>
            <a:r>
              <a:rPr lang="ko-KR" altLang="en-US" sz="1350" b="0" dirty="0" err="1" smtClean="0">
                <a:solidFill>
                  <a:srgbClr val="6B7280"/>
                </a:solidFill>
                <a:latin typeface="SUITE Medium"/>
                <a:ea typeface="SUITE Medium"/>
              </a:rPr>
              <a:t>그리드</a:t>
            </a:r>
            <a:r>
              <a:rPr lang="ko-KR" altLang="en-US" sz="1350" b="0" dirty="0" smtClean="0">
                <a:solidFill>
                  <a:srgbClr val="6B7280"/>
                </a:solidFill>
                <a:latin typeface="SUITE Medium"/>
                <a:ea typeface="SUITE Medium"/>
              </a:rPr>
              <a:t> 시스템 위에서 </a:t>
            </a:r>
            <a:r>
              <a:rPr lang="en-US" altLang="ko-KR" sz="1350" b="0" dirty="0" smtClean="0">
                <a:solidFill>
                  <a:srgbClr val="6B7280"/>
                </a:solidFill>
                <a:latin typeface="SUITE Medium"/>
                <a:ea typeface="SUITE Medium"/>
              </a:rPr>
              <a:t>‘</a:t>
            </a:r>
            <a:r>
              <a:rPr lang="ko-KR" altLang="en-US" sz="1350" b="0" dirty="0" err="1" smtClean="0">
                <a:solidFill>
                  <a:srgbClr val="6B7280"/>
                </a:solidFill>
                <a:latin typeface="SUITE Medium"/>
                <a:ea typeface="SUITE Medium"/>
              </a:rPr>
              <a:t>이동력</a:t>
            </a:r>
            <a:r>
              <a:rPr lang="en-US" altLang="ko-KR" sz="1350" dirty="0" smtClean="0">
                <a:solidFill>
                  <a:srgbClr val="6B7280"/>
                </a:solidFill>
                <a:latin typeface="SUITE Medium"/>
                <a:ea typeface="SUITE Medium"/>
              </a:rPr>
              <a:t>’</a:t>
            </a:r>
            <a:r>
              <a:rPr lang="ko-KR" altLang="en-US" sz="1350" dirty="0" smtClean="0">
                <a:solidFill>
                  <a:srgbClr val="6B7280"/>
                </a:solidFill>
                <a:latin typeface="SUITE Medium"/>
                <a:ea typeface="SUITE Medium"/>
              </a:rPr>
              <a:t>을 가진다</a:t>
            </a:r>
            <a:r>
              <a:rPr lang="en-US" altLang="ko-KR" sz="1350" dirty="0" smtClean="0">
                <a:solidFill>
                  <a:srgbClr val="6B7280"/>
                </a:solidFill>
                <a:latin typeface="SUITE Medium"/>
                <a:ea typeface="SUITE Medium"/>
              </a:rPr>
              <a:t>.</a:t>
            </a:r>
          </a:p>
          <a:p>
            <a:pPr algn="l">
              <a:lnSpc>
                <a:spcPct val="130000"/>
              </a:lnSpc>
              <a:buNone/>
            </a:pPr>
            <a:r>
              <a:rPr lang="ko-KR" altLang="en-US" sz="1350" dirty="0" smtClean="0">
                <a:solidFill>
                  <a:srgbClr val="6B7280"/>
                </a:solidFill>
                <a:latin typeface="SUITE Medium"/>
                <a:ea typeface="SUITE Medium"/>
              </a:rPr>
              <a:t>파란색 칸으로 움직일 경우 즉시 추가 이동이 가능하고</a:t>
            </a:r>
            <a:r>
              <a:rPr lang="en-US" altLang="ko-KR" sz="1350" dirty="0" smtClean="0">
                <a:solidFill>
                  <a:srgbClr val="6B7280"/>
                </a:solidFill>
                <a:latin typeface="SUITE Medium"/>
                <a:ea typeface="SUITE Medium"/>
              </a:rPr>
              <a:t>, </a:t>
            </a:r>
            <a:r>
              <a:rPr lang="ko-KR" altLang="en-US" sz="1350" dirty="0" smtClean="0">
                <a:solidFill>
                  <a:srgbClr val="6B7280"/>
                </a:solidFill>
                <a:latin typeface="SUITE Medium"/>
                <a:ea typeface="SUITE Medium"/>
              </a:rPr>
              <a:t>노란 칸으로 이동할 경우 이동 </a:t>
            </a:r>
            <a:r>
              <a:rPr lang="ko-KR" altLang="en-US" sz="1350" dirty="0" err="1" smtClean="0">
                <a:solidFill>
                  <a:srgbClr val="6B7280"/>
                </a:solidFill>
                <a:latin typeface="SUITE Medium"/>
                <a:ea typeface="SUITE Medium"/>
              </a:rPr>
              <a:t>쿨타임에</a:t>
            </a:r>
            <a:r>
              <a:rPr lang="ko-KR" altLang="en-US" sz="1350" dirty="0" smtClean="0">
                <a:solidFill>
                  <a:srgbClr val="6B7280"/>
                </a:solidFill>
                <a:latin typeface="SUITE Medium"/>
                <a:ea typeface="SUITE Medium"/>
              </a:rPr>
              <a:t> 걸린다</a:t>
            </a:r>
            <a:r>
              <a:rPr lang="en-US" altLang="ko-KR" sz="1350" dirty="0" smtClean="0">
                <a:solidFill>
                  <a:srgbClr val="6B7280"/>
                </a:solidFill>
                <a:latin typeface="SUITE Medium"/>
                <a:ea typeface="SUITE Medium"/>
              </a:rPr>
              <a:t>. </a:t>
            </a:r>
          </a:p>
          <a:p>
            <a:pPr algn="l">
              <a:lnSpc>
                <a:spcPct val="130000"/>
              </a:lnSpc>
              <a:buNone/>
            </a:pPr>
            <a:r>
              <a:rPr lang="ko-KR" altLang="en-US" sz="1350" b="0" dirty="0" smtClean="0">
                <a:solidFill>
                  <a:srgbClr val="6B7280"/>
                </a:solidFill>
                <a:latin typeface="SUITE Medium"/>
                <a:ea typeface="SUITE Medium"/>
              </a:rPr>
              <a:t>이동이 매 턴의 기준이 되며 접근이자 회피 수단이기 때문에 신중히 이동해야 한다</a:t>
            </a:r>
            <a:r>
              <a:rPr lang="en-US" altLang="ko-KR" sz="1350" b="0" dirty="0" smtClean="0">
                <a:solidFill>
                  <a:srgbClr val="6B7280"/>
                </a:solidFill>
                <a:latin typeface="SUITE Medium"/>
                <a:ea typeface="SUITE Medium"/>
              </a:rPr>
              <a:t>.</a:t>
            </a:r>
            <a:endParaRPr sz="1350" b="0" dirty="0">
              <a:solidFill>
                <a:srgbClr val="6B7280"/>
              </a:solidFill>
              <a:latin typeface="SUITE Medium"/>
              <a:ea typeface="SUITE Medium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887532" y="502920"/>
            <a:ext cx="4755797" cy="4247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buNone/>
            </a:pPr>
            <a:r>
              <a:rPr lang="ko-KR" altLang="en-US" sz="2400" dirty="0" smtClean="0">
                <a:solidFill>
                  <a:srgbClr val="0E8C85"/>
                </a:solidFill>
                <a:latin typeface="SUITE ExtraBold"/>
                <a:ea typeface="SUITE ExtraBold"/>
              </a:rPr>
              <a:t>키워드 </a:t>
            </a:r>
            <a:r>
              <a:rPr lang="en-US" altLang="ko-KR" sz="2400" dirty="0" smtClean="0">
                <a:solidFill>
                  <a:srgbClr val="0E8C85"/>
                </a:solidFill>
                <a:latin typeface="SUITE ExtraBold"/>
                <a:ea typeface="SUITE ExtraBold"/>
              </a:rPr>
              <a:t>‘</a:t>
            </a:r>
            <a:r>
              <a:rPr lang="ko-KR" altLang="en-US" sz="2400" dirty="0" smtClean="0">
                <a:solidFill>
                  <a:srgbClr val="0E8C85"/>
                </a:solidFill>
                <a:latin typeface="SUITE ExtraBold"/>
                <a:ea typeface="SUITE ExtraBold"/>
              </a:rPr>
              <a:t>예측</a:t>
            </a:r>
            <a:r>
              <a:rPr lang="en-US" altLang="ko-KR" sz="2400" dirty="0" smtClean="0">
                <a:solidFill>
                  <a:srgbClr val="0E8C85"/>
                </a:solidFill>
                <a:latin typeface="SUITE ExtraBold"/>
                <a:ea typeface="SUITE ExtraBold"/>
              </a:rPr>
              <a:t>‘ – </a:t>
            </a:r>
            <a:r>
              <a:rPr lang="ko-KR" altLang="en-US" sz="2400" dirty="0" smtClean="0">
                <a:solidFill>
                  <a:srgbClr val="0E8C85"/>
                </a:solidFill>
                <a:latin typeface="SUITE ExtraBold"/>
                <a:ea typeface="SUITE ExtraBold"/>
              </a:rPr>
              <a:t>실시간 </a:t>
            </a:r>
            <a:r>
              <a:rPr lang="ko-KR" altLang="en-US" sz="2400" dirty="0" err="1" smtClean="0">
                <a:solidFill>
                  <a:srgbClr val="0E8C85"/>
                </a:solidFill>
                <a:latin typeface="SUITE ExtraBold"/>
                <a:ea typeface="SUITE ExtraBold"/>
              </a:rPr>
              <a:t>턴제</a:t>
            </a:r>
            <a:r>
              <a:rPr lang="ko-KR" altLang="en-US" sz="2400" dirty="0" smtClean="0">
                <a:solidFill>
                  <a:srgbClr val="0E8C85"/>
                </a:solidFill>
                <a:latin typeface="SUITE ExtraBold"/>
                <a:ea typeface="SUITE ExtraBold"/>
              </a:rPr>
              <a:t> 전투</a:t>
            </a:r>
            <a:endParaRPr sz="2400" b="0" dirty="0">
              <a:solidFill>
                <a:srgbClr val="0E8C85"/>
              </a:solidFill>
              <a:latin typeface="SUITE ExtraBold"/>
              <a:ea typeface="SUITE ExtraBold"/>
            </a:endParaRPr>
          </a:p>
        </p:txBody>
      </p:sp>
    </p:spTree>
    <p:extLst>
      <p:ext uri="{BB962C8B-B14F-4D97-AF65-F5344CB8AC3E}">
        <p14:creationId xmlns:p14="http://schemas.microsoft.com/office/powerpoint/2010/main" val="18147660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502920"/>
            <a:ext cx="10881360" cy="53091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buNone/>
            </a:pPr>
            <a:r>
              <a:rPr sz="3000" b="0" dirty="0" err="1">
                <a:solidFill>
                  <a:srgbClr val="15181C"/>
                </a:solidFill>
                <a:latin typeface="SUITE ExtraBold"/>
                <a:ea typeface="SUITE ExtraBold"/>
              </a:rPr>
              <a:t>그래서</a:t>
            </a:r>
            <a:r>
              <a:rPr sz="3000" b="0" dirty="0">
                <a:solidFill>
                  <a:srgbClr val="15181C"/>
                </a:solidFill>
                <a:latin typeface="SUITE ExtraBold"/>
                <a:ea typeface="SUITE ExtraBold"/>
              </a:rPr>
              <a:t> </a:t>
            </a:r>
            <a:r>
              <a:rPr sz="3000" b="0" dirty="0" err="1">
                <a:solidFill>
                  <a:srgbClr val="15181C"/>
                </a:solidFill>
                <a:latin typeface="SUITE ExtraBold"/>
                <a:ea typeface="SUITE ExtraBold"/>
              </a:rPr>
              <a:t>만든</a:t>
            </a:r>
            <a:r>
              <a:rPr sz="3000" b="0" dirty="0">
                <a:solidFill>
                  <a:srgbClr val="15181C"/>
                </a:solidFill>
                <a:latin typeface="SUITE ExtraBold"/>
                <a:ea typeface="SUITE ExtraBold"/>
              </a:rPr>
              <a:t> </a:t>
            </a:r>
            <a:r>
              <a:rPr sz="3000" b="0" dirty="0" smtClean="0">
                <a:solidFill>
                  <a:srgbClr val="15181C"/>
                </a:solidFill>
                <a:latin typeface="SUITE ExtraBold"/>
                <a:ea typeface="SUITE ExtraBold"/>
              </a:rPr>
              <a:t>것</a:t>
            </a:r>
            <a:endParaRPr sz="3000" b="0" dirty="0">
              <a:solidFill>
                <a:srgbClr val="15181C"/>
              </a:solidFill>
              <a:latin typeface="SUITE ExtraBold"/>
              <a:ea typeface="SUITE ExtraBold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640080" y="1179308"/>
            <a:ext cx="640080" cy="6591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buNone/>
            </a:pPr>
            <a:r>
              <a:rPr lang="en-US" sz="4000" b="0" dirty="0" smtClean="0">
                <a:solidFill>
                  <a:srgbClr val="0E8C85"/>
                </a:solidFill>
                <a:latin typeface="SUITE ExtraBold"/>
                <a:ea typeface="SUITE ExtraBold"/>
              </a:rPr>
              <a:t>3</a:t>
            </a:r>
            <a:endParaRPr sz="4000" b="0" dirty="0">
              <a:solidFill>
                <a:srgbClr val="0E8C85"/>
              </a:solidFill>
              <a:latin typeface="SUITE ExtraBold"/>
              <a:ea typeface="SUITE ExtraBold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1447226" y="1385048"/>
            <a:ext cx="6293423" cy="3539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lang="ko-KR" altLang="en-US" sz="2000" dirty="0">
                <a:solidFill>
                  <a:srgbClr val="15181C"/>
                </a:solidFill>
                <a:latin typeface="SUITE SemiBold"/>
                <a:ea typeface="SUITE SemiBold"/>
              </a:rPr>
              <a:t>아군 둘은 </a:t>
            </a:r>
            <a:r>
              <a:rPr lang="en-US" altLang="ko-KR" sz="2000" dirty="0">
                <a:solidFill>
                  <a:srgbClr val="15181C"/>
                </a:solidFill>
                <a:latin typeface="SUITE SemiBold"/>
                <a:ea typeface="SUITE SemiBold"/>
              </a:rPr>
              <a:t>AI</a:t>
            </a:r>
            <a:r>
              <a:rPr lang="ko-KR" altLang="en-US" sz="2000" dirty="0">
                <a:solidFill>
                  <a:srgbClr val="15181C"/>
                </a:solidFill>
                <a:latin typeface="SUITE SemiBold"/>
                <a:ea typeface="SUITE SemiBold"/>
              </a:rPr>
              <a:t>로</a:t>
            </a:r>
            <a:r>
              <a:rPr lang="en-US" altLang="ko-KR" sz="2000" dirty="0">
                <a:solidFill>
                  <a:srgbClr val="15181C"/>
                </a:solidFill>
                <a:latin typeface="SUITE SemiBold"/>
                <a:ea typeface="SUITE SemiBold"/>
              </a:rPr>
              <a:t>, </a:t>
            </a:r>
            <a:r>
              <a:rPr lang="ko-KR" altLang="en-US" sz="2000" dirty="0" smtClean="0">
                <a:solidFill>
                  <a:srgbClr val="15181C"/>
                </a:solidFill>
                <a:latin typeface="SUITE SemiBold"/>
                <a:ea typeface="SUITE SemiBold"/>
              </a:rPr>
              <a:t>유저가 언어</a:t>
            </a:r>
            <a:r>
              <a:rPr lang="en-US" altLang="ko-KR" sz="2000" dirty="0" smtClean="0">
                <a:solidFill>
                  <a:srgbClr val="15181C"/>
                </a:solidFill>
                <a:latin typeface="SUITE SemiBold"/>
                <a:ea typeface="SUITE SemiBold"/>
              </a:rPr>
              <a:t>(</a:t>
            </a:r>
            <a:r>
              <a:rPr lang="ko-KR" altLang="en-US" sz="2000" dirty="0" smtClean="0">
                <a:solidFill>
                  <a:srgbClr val="15181C"/>
                </a:solidFill>
                <a:latin typeface="SUITE SemiBold"/>
                <a:ea typeface="SUITE SemiBold"/>
              </a:rPr>
              <a:t>채팅</a:t>
            </a:r>
            <a:r>
              <a:rPr lang="en-US" altLang="ko-KR" sz="2000" dirty="0" smtClean="0">
                <a:solidFill>
                  <a:srgbClr val="15181C"/>
                </a:solidFill>
                <a:latin typeface="SUITE SemiBold"/>
                <a:ea typeface="SUITE SemiBold"/>
              </a:rPr>
              <a:t>/</a:t>
            </a:r>
            <a:r>
              <a:rPr lang="ko-KR" altLang="en-US" sz="2000" dirty="0" err="1" smtClean="0">
                <a:solidFill>
                  <a:srgbClr val="15181C"/>
                </a:solidFill>
                <a:latin typeface="SUITE SemiBold"/>
                <a:ea typeface="SUITE SemiBold"/>
              </a:rPr>
              <a:t>보이스</a:t>
            </a:r>
            <a:r>
              <a:rPr lang="en-US" altLang="ko-KR" sz="2000" dirty="0" smtClean="0">
                <a:solidFill>
                  <a:srgbClr val="15181C"/>
                </a:solidFill>
                <a:latin typeface="SUITE SemiBold"/>
                <a:ea typeface="SUITE SemiBold"/>
              </a:rPr>
              <a:t>)</a:t>
            </a:r>
            <a:r>
              <a:rPr lang="ko-KR" altLang="en-US" sz="2000" dirty="0" smtClean="0">
                <a:solidFill>
                  <a:srgbClr val="15181C"/>
                </a:solidFill>
                <a:latin typeface="SUITE SemiBold"/>
                <a:ea typeface="SUITE SemiBold"/>
              </a:rPr>
              <a:t>로 </a:t>
            </a:r>
            <a:r>
              <a:rPr lang="ko-KR" altLang="en-US" sz="2000" dirty="0">
                <a:solidFill>
                  <a:srgbClr val="15181C"/>
                </a:solidFill>
                <a:latin typeface="SUITE SemiBold"/>
                <a:ea typeface="SUITE SemiBold"/>
              </a:rPr>
              <a:t>직접 지휘한다</a:t>
            </a:r>
            <a:r>
              <a:rPr lang="en-US" altLang="ko-KR" sz="2000" dirty="0">
                <a:solidFill>
                  <a:srgbClr val="15181C"/>
                </a:solidFill>
                <a:latin typeface="SUITE SemiBold"/>
                <a:ea typeface="SUITE SemiBold"/>
              </a:rPr>
              <a:t>.</a:t>
            </a:r>
            <a:endParaRPr lang="ko-KR" altLang="en-US" sz="2000" dirty="0">
              <a:solidFill>
                <a:srgbClr val="15181C"/>
              </a:solidFill>
              <a:latin typeface="SUITE SemiBold"/>
              <a:ea typeface="SUITE SemiBold"/>
            </a:endParaRP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8537" y="2794245"/>
            <a:ext cx="4664741" cy="1317220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8537" y="4413075"/>
            <a:ext cx="4670784" cy="1284466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17107" y="2794245"/>
            <a:ext cx="5132972" cy="2989854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447226" y="1832249"/>
            <a:ext cx="6739890" cy="5159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buNone/>
            </a:pPr>
            <a:r>
              <a:rPr lang="ko-KR" altLang="en-US" sz="1350" dirty="0" err="1" smtClean="0">
                <a:solidFill>
                  <a:srgbClr val="6B7280"/>
                </a:solidFill>
                <a:latin typeface="SUITE Medium"/>
                <a:ea typeface="SUITE Medium"/>
              </a:rPr>
              <a:t>인게임</a:t>
            </a:r>
            <a:r>
              <a:rPr lang="ko-KR" altLang="en-US" sz="1350" dirty="0" smtClean="0">
                <a:solidFill>
                  <a:srgbClr val="6B7280"/>
                </a:solidFill>
                <a:latin typeface="SUITE Medium"/>
                <a:ea typeface="SUITE Medium"/>
              </a:rPr>
              <a:t> 채팅을 입력하거나</a:t>
            </a:r>
            <a:r>
              <a:rPr lang="en-US" altLang="ko-KR" sz="1350" dirty="0" smtClean="0">
                <a:solidFill>
                  <a:srgbClr val="6B7280"/>
                </a:solidFill>
                <a:latin typeface="SUITE Medium"/>
                <a:ea typeface="SUITE Medium"/>
              </a:rPr>
              <a:t> </a:t>
            </a:r>
            <a:r>
              <a:rPr lang="ko-KR" altLang="en-US" sz="1350" dirty="0" smtClean="0">
                <a:solidFill>
                  <a:srgbClr val="6B7280"/>
                </a:solidFill>
                <a:latin typeface="SUITE Medium"/>
                <a:ea typeface="SUITE Medium"/>
              </a:rPr>
              <a:t>혹은 </a:t>
            </a:r>
            <a:r>
              <a:rPr lang="en-US" altLang="ko-KR" sz="1350" dirty="0" smtClean="0">
                <a:solidFill>
                  <a:srgbClr val="6B7280"/>
                </a:solidFill>
                <a:latin typeface="SUITE Medium"/>
                <a:ea typeface="SUITE Medium"/>
              </a:rPr>
              <a:t>V</a:t>
            </a:r>
            <a:r>
              <a:rPr lang="ko-KR" altLang="en-US" sz="1350" dirty="0" smtClean="0">
                <a:solidFill>
                  <a:srgbClr val="6B7280"/>
                </a:solidFill>
                <a:latin typeface="SUITE Medium"/>
                <a:ea typeface="SUITE Medium"/>
              </a:rPr>
              <a:t>키를 꾹 눌러 음성을 녹음할 수 있다</a:t>
            </a:r>
            <a:r>
              <a:rPr lang="en-US" altLang="ko-KR" sz="1350" dirty="0" smtClean="0">
                <a:solidFill>
                  <a:srgbClr val="6B7280"/>
                </a:solidFill>
                <a:latin typeface="SUITE Medium"/>
                <a:ea typeface="SUITE Medium"/>
              </a:rPr>
              <a:t>.</a:t>
            </a:r>
          </a:p>
          <a:p>
            <a:pPr algn="l">
              <a:lnSpc>
                <a:spcPct val="130000"/>
              </a:lnSpc>
              <a:buNone/>
            </a:pPr>
            <a:r>
              <a:rPr lang="ko-KR" altLang="en-US" sz="1350" b="0" dirty="0" smtClean="0">
                <a:solidFill>
                  <a:srgbClr val="6B7280"/>
                </a:solidFill>
                <a:latin typeface="SUITE Medium"/>
                <a:ea typeface="SUITE Medium"/>
              </a:rPr>
              <a:t>이렇게 전달된 </a:t>
            </a:r>
            <a:r>
              <a:rPr lang="en-US" altLang="ko-KR" sz="1350" b="0" dirty="0" smtClean="0">
                <a:solidFill>
                  <a:srgbClr val="6B7280"/>
                </a:solidFill>
                <a:latin typeface="SUITE Medium"/>
                <a:ea typeface="SUITE Medium"/>
              </a:rPr>
              <a:t>‘</a:t>
            </a:r>
            <a:r>
              <a:rPr lang="ko-KR" altLang="en-US" sz="1350" b="0" dirty="0" smtClean="0">
                <a:solidFill>
                  <a:srgbClr val="6B7280"/>
                </a:solidFill>
                <a:latin typeface="SUITE Medium"/>
                <a:ea typeface="SUITE Medium"/>
              </a:rPr>
              <a:t>언어</a:t>
            </a:r>
            <a:r>
              <a:rPr lang="en-US" altLang="ko-KR" sz="1350" b="0" dirty="0" smtClean="0">
                <a:solidFill>
                  <a:srgbClr val="6B7280"/>
                </a:solidFill>
                <a:latin typeface="SUITE Medium"/>
                <a:ea typeface="SUITE Medium"/>
              </a:rPr>
              <a:t>’</a:t>
            </a:r>
            <a:r>
              <a:rPr lang="ko-KR" altLang="en-US" sz="1350" b="0" dirty="0" smtClean="0">
                <a:solidFill>
                  <a:srgbClr val="6B7280"/>
                </a:solidFill>
                <a:latin typeface="SUITE Medium"/>
                <a:ea typeface="SUITE Medium"/>
              </a:rPr>
              <a:t>는 명령이 되어 </a:t>
            </a:r>
            <a:r>
              <a:rPr lang="en-US" altLang="ko-KR" sz="1350" b="0" dirty="0" smtClean="0">
                <a:solidFill>
                  <a:srgbClr val="6B7280"/>
                </a:solidFill>
                <a:latin typeface="SUITE Medium"/>
                <a:ea typeface="SUITE Medium"/>
              </a:rPr>
              <a:t>AI </a:t>
            </a:r>
            <a:r>
              <a:rPr lang="ko-KR" altLang="en-US" sz="1350" b="0" dirty="0" smtClean="0">
                <a:solidFill>
                  <a:srgbClr val="6B7280"/>
                </a:solidFill>
                <a:latin typeface="SUITE Medium"/>
                <a:ea typeface="SUITE Medium"/>
              </a:rPr>
              <a:t>아군들을 지휘한다</a:t>
            </a:r>
            <a:r>
              <a:rPr lang="en-US" altLang="ko-KR" sz="1350" b="0" dirty="0" smtClean="0">
                <a:solidFill>
                  <a:srgbClr val="6B7280"/>
                </a:solidFill>
                <a:latin typeface="SUITE Medium"/>
                <a:ea typeface="SUITE Medium"/>
              </a:rPr>
              <a:t>.</a:t>
            </a:r>
            <a:endParaRPr sz="1350" b="0" dirty="0">
              <a:solidFill>
                <a:srgbClr val="6B7280"/>
              </a:solidFill>
              <a:latin typeface="SUITE Medium"/>
              <a:ea typeface="SUITE Medium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3359057" y="3503625"/>
            <a:ext cx="2498114" cy="560153"/>
          </a:xfrm>
          <a:prstGeom prst="rect">
            <a:avLst/>
          </a:prstGeom>
          <a:ln w="57150"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0000"/>
              </a:lnSpc>
              <a:buNone/>
            </a:pPr>
            <a:r>
              <a:rPr lang="ko-KR" altLang="en-US" sz="1350" b="0" dirty="0" smtClean="0">
                <a:solidFill>
                  <a:sysClr val="windowText" lastClr="000000"/>
                </a:solidFill>
                <a:latin typeface="SUITE Medium"/>
                <a:ea typeface="SUITE Medium"/>
              </a:rPr>
              <a:t>유저의 명령</a:t>
            </a:r>
            <a:endParaRPr lang="en-US" altLang="ko-KR" sz="1350" b="0" dirty="0" smtClean="0">
              <a:solidFill>
                <a:sysClr val="windowText" lastClr="000000"/>
              </a:solidFill>
              <a:latin typeface="SUITE Medium"/>
              <a:ea typeface="SUITE Medium"/>
            </a:endParaRPr>
          </a:p>
          <a:p>
            <a:pPr algn="ctr">
              <a:lnSpc>
                <a:spcPct val="130000"/>
              </a:lnSpc>
              <a:buNone/>
            </a:pPr>
            <a:r>
              <a:rPr lang="en-US" altLang="ko-KR" sz="100" b="0" dirty="0" smtClean="0">
                <a:solidFill>
                  <a:sysClr val="windowText" lastClr="000000"/>
                </a:solidFill>
                <a:latin typeface="SUITE Medium"/>
                <a:ea typeface="SUITE Medium"/>
              </a:rPr>
              <a:t> </a:t>
            </a:r>
          </a:p>
          <a:p>
            <a:pPr algn="ctr">
              <a:lnSpc>
                <a:spcPct val="130000"/>
              </a:lnSpc>
              <a:buNone/>
            </a:pPr>
            <a:r>
              <a:rPr lang="en-US" sz="1350" dirty="0" smtClean="0">
                <a:solidFill>
                  <a:sysClr val="windowText" lastClr="000000"/>
                </a:solidFill>
                <a:latin typeface="SUITE Medium"/>
                <a:ea typeface="SUITE Medium"/>
              </a:rPr>
              <a:t>‘B</a:t>
            </a:r>
            <a:r>
              <a:rPr lang="ko-KR" altLang="en-US" sz="1350" dirty="0" smtClean="0">
                <a:solidFill>
                  <a:sysClr val="windowText" lastClr="000000"/>
                </a:solidFill>
                <a:latin typeface="SUITE Medium"/>
                <a:ea typeface="SUITE Medium"/>
              </a:rPr>
              <a:t>거점부터 점거하자</a:t>
            </a:r>
            <a:r>
              <a:rPr lang="en-US" altLang="ko-KR" sz="1350" dirty="0">
                <a:solidFill>
                  <a:sysClr val="windowText" lastClr="000000"/>
                </a:solidFill>
                <a:latin typeface="SUITE Medium"/>
                <a:ea typeface="SUITE Medium"/>
              </a:rPr>
              <a:t>'</a:t>
            </a:r>
            <a:endParaRPr sz="1350" b="0" dirty="0">
              <a:solidFill>
                <a:sysClr val="windowText" lastClr="000000"/>
              </a:solidFill>
              <a:latin typeface="SUITE Medium"/>
              <a:ea typeface="SUITE Medium"/>
            </a:endParaRPr>
          </a:p>
        </p:txBody>
      </p:sp>
      <p:cxnSp>
        <p:nvCxnSpPr>
          <p:cNvPr id="21" name="직선 화살표 연결선 20"/>
          <p:cNvCxnSpPr>
            <a:stCxn id="20" idx="1"/>
          </p:cNvCxnSpPr>
          <p:nvPr/>
        </p:nvCxnSpPr>
        <p:spPr>
          <a:xfrm flipH="1" flipV="1">
            <a:off x="2932423" y="3499405"/>
            <a:ext cx="426634" cy="284297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1978291" y="5766761"/>
            <a:ext cx="1961192" cy="270074"/>
          </a:xfrm>
          <a:prstGeom prst="rect">
            <a:avLst/>
          </a:prstGeom>
          <a:ln w="57150"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0000"/>
              </a:lnSpc>
              <a:buNone/>
            </a:pPr>
            <a:r>
              <a:rPr lang="ko-KR" altLang="en-US" sz="1350" b="0" dirty="0" smtClean="0">
                <a:solidFill>
                  <a:sysClr val="windowText" lastClr="000000"/>
                </a:solidFill>
                <a:latin typeface="SUITE Medium"/>
                <a:ea typeface="SUITE Medium"/>
              </a:rPr>
              <a:t>명령에 답변하는 </a:t>
            </a:r>
            <a:r>
              <a:rPr lang="en-US" altLang="ko-KR" sz="1350" b="0" dirty="0" smtClean="0">
                <a:solidFill>
                  <a:sysClr val="windowText" lastClr="000000"/>
                </a:solidFill>
                <a:latin typeface="SUITE Medium"/>
                <a:ea typeface="SUITE Medium"/>
              </a:rPr>
              <a:t>AI </a:t>
            </a:r>
            <a:r>
              <a:rPr lang="ko-KR" altLang="en-US" sz="1350" b="0" dirty="0" smtClean="0">
                <a:solidFill>
                  <a:sysClr val="windowText" lastClr="000000"/>
                </a:solidFill>
                <a:latin typeface="SUITE Medium"/>
                <a:ea typeface="SUITE Medium"/>
              </a:rPr>
              <a:t>아군들</a:t>
            </a:r>
            <a:endParaRPr sz="1350" b="0" dirty="0">
              <a:solidFill>
                <a:sysClr val="windowText" lastClr="000000"/>
              </a:solidFill>
              <a:latin typeface="SUITE Medium"/>
              <a:ea typeface="SUITE Medium"/>
            </a:endParaRPr>
          </a:p>
        </p:txBody>
      </p:sp>
      <p:cxnSp>
        <p:nvCxnSpPr>
          <p:cNvPr id="24" name="직선 화살표 연결선 23"/>
          <p:cNvCxnSpPr>
            <a:stCxn id="22" idx="1"/>
          </p:cNvCxnSpPr>
          <p:nvPr/>
        </p:nvCxnSpPr>
        <p:spPr>
          <a:xfrm flipH="1" flipV="1">
            <a:off x="1711923" y="5266935"/>
            <a:ext cx="266368" cy="634863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6505387" y="5858951"/>
            <a:ext cx="4356411" cy="245837"/>
          </a:xfrm>
          <a:prstGeom prst="rect">
            <a:avLst/>
          </a:prstGeom>
          <a:noFill/>
          <a:ln w="57150"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0000"/>
              </a:lnSpc>
              <a:buNone/>
            </a:pPr>
            <a:r>
              <a:rPr lang="ko-KR" altLang="en-US" sz="1350" b="0" dirty="0" smtClean="0">
                <a:ln>
                  <a:solidFill>
                    <a:srgbClr val="3973E6"/>
                  </a:solidFill>
                </a:ln>
                <a:solidFill>
                  <a:sysClr val="windowText" lastClr="000000"/>
                </a:solidFill>
                <a:latin typeface="SUITE Medium"/>
                <a:ea typeface="SUITE Medium"/>
              </a:rPr>
              <a:t>실제로 </a:t>
            </a:r>
            <a:r>
              <a:rPr lang="en-US" altLang="ko-KR" sz="1350" b="0" dirty="0" smtClean="0">
                <a:ln>
                  <a:solidFill>
                    <a:srgbClr val="3973E6"/>
                  </a:solidFill>
                </a:ln>
                <a:solidFill>
                  <a:sysClr val="windowText" lastClr="000000"/>
                </a:solidFill>
                <a:latin typeface="SUITE Medium"/>
                <a:ea typeface="SUITE Medium"/>
              </a:rPr>
              <a:t>B</a:t>
            </a:r>
            <a:r>
              <a:rPr lang="ko-KR" altLang="en-US" sz="1350" b="0" dirty="0" smtClean="0">
                <a:ln>
                  <a:solidFill>
                    <a:srgbClr val="3973E6"/>
                  </a:solidFill>
                </a:ln>
                <a:solidFill>
                  <a:sysClr val="windowText" lastClr="000000"/>
                </a:solidFill>
                <a:latin typeface="SUITE Medium"/>
                <a:ea typeface="SUITE Medium"/>
              </a:rPr>
              <a:t>거점으로 직행해 거점 점령에 성공한 아군</a:t>
            </a:r>
            <a:endParaRPr sz="1350" b="0" dirty="0">
              <a:ln>
                <a:solidFill>
                  <a:srgbClr val="3973E6"/>
                </a:solidFill>
              </a:ln>
              <a:solidFill>
                <a:sysClr val="windowText" lastClr="000000"/>
              </a:solidFill>
              <a:latin typeface="SUITE Medium"/>
              <a:ea typeface="SUITE Medium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6887532" y="502920"/>
            <a:ext cx="4755797" cy="4247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buNone/>
            </a:pPr>
            <a:r>
              <a:rPr lang="ko-KR" altLang="en-US" sz="2400" dirty="0" smtClean="0">
                <a:solidFill>
                  <a:srgbClr val="0E8C85"/>
                </a:solidFill>
                <a:latin typeface="SUITE ExtraBold"/>
                <a:ea typeface="SUITE ExtraBold"/>
              </a:rPr>
              <a:t>키워드 </a:t>
            </a:r>
            <a:r>
              <a:rPr lang="en-US" altLang="ko-KR" sz="2400" dirty="0" smtClean="0">
                <a:solidFill>
                  <a:srgbClr val="0E8C85"/>
                </a:solidFill>
                <a:latin typeface="SUITE ExtraBold"/>
                <a:ea typeface="SUITE ExtraBold"/>
              </a:rPr>
              <a:t>‘2026‘ – AI</a:t>
            </a:r>
            <a:r>
              <a:rPr lang="ko-KR" altLang="en-US" sz="2400" dirty="0" smtClean="0">
                <a:solidFill>
                  <a:srgbClr val="0E8C85"/>
                </a:solidFill>
                <a:latin typeface="SUITE ExtraBold"/>
                <a:ea typeface="SUITE ExtraBold"/>
              </a:rPr>
              <a:t>와 협력하라</a:t>
            </a:r>
            <a:endParaRPr sz="2400" b="0" dirty="0">
              <a:solidFill>
                <a:srgbClr val="0E8C85"/>
              </a:solidFill>
              <a:latin typeface="SUITE ExtraBold"/>
              <a:ea typeface="SUITE ExtraBold"/>
            </a:endParaRPr>
          </a:p>
        </p:txBody>
      </p:sp>
    </p:spTree>
    <p:extLst>
      <p:ext uri="{BB962C8B-B14F-4D97-AF65-F5344CB8AC3E}">
        <p14:creationId xmlns:p14="http://schemas.microsoft.com/office/powerpoint/2010/main" val="11345468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직사각형 33"/>
          <p:cNvSpPr/>
          <p:nvPr/>
        </p:nvSpPr>
        <p:spPr>
          <a:xfrm>
            <a:off x="2609846" y="1376748"/>
            <a:ext cx="2153950" cy="3486150"/>
          </a:xfrm>
          <a:prstGeom prst="rect">
            <a:avLst/>
          </a:prstGeom>
          <a:solidFill>
            <a:schemeClr val="bg1"/>
          </a:solidFill>
          <a:ln w="28575">
            <a:solidFill>
              <a:srgbClr val="0E8C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" name="직사각형 34"/>
          <p:cNvSpPr/>
          <p:nvPr/>
        </p:nvSpPr>
        <p:spPr>
          <a:xfrm>
            <a:off x="4814700" y="1376748"/>
            <a:ext cx="2153950" cy="3486150"/>
          </a:xfrm>
          <a:prstGeom prst="rect">
            <a:avLst/>
          </a:prstGeom>
          <a:solidFill>
            <a:schemeClr val="bg1"/>
          </a:solidFill>
          <a:ln w="28575">
            <a:solidFill>
              <a:srgbClr val="0E8C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6" name="직사각형 35"/>
          <p:cNvSpPr/>
          <p:nvPr/>
        </p:nvSpPr>
        <p:spPr>
          <a:xfrm>
            <a:off x="7015465" y="1381034"/>
            <a:ext cx="2153950" cy="3486150"/>
          </a:xfrm>
          <a:prstGeom prst="rect">
            <a:avLst/>
          </a:prstGeom>
          <a:solidFill>
            <a:schemeClr val="bg1"/>
          </a:solidFill>
          <a:ln w="28575">
            <a:solidFill>
              <a:srgbClr val="0E8C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7" name="직사각형 36"/>
          <p:cNvSpPr/>
          <p:nvPr/>
        </p:nvSpPr>
        <p:spPr>
          <a:xfrm>
            <a:off x="9220319" y="1381034"/>
            <a:ext cx="2153950" cy="3486150"/>
          </a:xfrm>
          <a:prstGeom prst="rect">
            <a:avLst/>
          </a:prstGeom>
          <a:solidFill>
            <a:schemeClr val="bg1"/>
          </a:solidFill>
          <a:ln w="28575">
            <a:solidFill>
              <a:srgbClr val="0E8C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직사각형 30"/>
          <p:cNvSpPr/>
          <p:nvPr/>
        </p:nvSpPr>
        <p:spPr>
          <a:xfrm>
            <a:off x="404179" y="1376748"/>
            <a:ext cx="2153950" cy="3486150"/>
          </a:xfrm>
          <a:prstGeom prst="rect">
            <a:avLst/>
          </a:prstGeom>
          <a:solidFill>
            <a:schemeClr val="bg1"/>
          </a:solidFill>
          <a:ln w="28575">
            <a:solidFill>
              <a:srgbClr val="0E8C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7" name="그림 26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857" t="7146" r="5030" b="34033"/>
          <a:stretch/>
        </p:blipFill>
        <p:spPr>
          <a:xfrm>
            <a:off x="4907755" y="1628778"/>
            <a:ext cx="1943101" cy="1721644"/>
          </a:xfrm>
          <a:prstGeom prst="rect">
            <a:avLst/>
          </a:prstGeom>
        </p:spPr>
      </p:pic>
      <p:pic>
        <p:nvPicPr>
          <p:cNvPr id="26" name="그림 25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136" t="3531" r="20294" b="29210"/>
          <a:stretch/>
        </p:blipFill>
        <p:spPr>
          <a:xfrm>
            <a:off x="9551194" y="1514478"/>
            <a:ext cx="1428750" cy="1807369"/>
          </a:xfrm>
          <a:prstGeom prst="rect">
            <a:avLst/>
          </a:prstGeom>
        </p:spPr>
      </p:pic>
      <p:pic>
        <p:nvPicPr>
          <p:cNvPr id="28" name="그림 27"/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448" t="5006" r="7768" b="32354"/>
          <a:stretch/>
        </p:blipFill>
        <p:spPr>
          <a:xfrm>
            <a:off x="7300913" y="1585915"/>
            <a:ext cx="1721643" cy="1750220"/>
          </a:xfrm>
          <a:prstGeom prst="rect">
            <a:avLst/>
          </a:prstGeom>
        </p:spPr>
      </p:pic>
      <p:pic>
        <p:nvPicPr>
          <p:cNvPr id="29" name="그림 28"/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822" b="24240"/>
          <a:stretch/>
        </p:blipFill>
        <p:spPr>
          <a:xfrm>
            <a:off x="528017" y="1419611"/>
            <a:ext cx="1822278" cy="1966530"/>
          </a:xfrm>
          <a:prstGeom prst="rect">
            <a:avLst/>
          </a:prstGeom>
        </p:spPr>
      </p:pic>
      <p:pic>
        <p:nvPicPr>
          <p:cNvPr id="30" name="그림 29"/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295" t="2785" r="14721" b="32796"/>
          <a:stretch/>
        </p:blipFill>
        <p:spPr>
          <a:xfrm>
            <a:off x="2818209" y="1457328"/>
            <a:ext cx="1678781" cy="1864519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640080" y="502920"/>
            <a:ext cx="1088136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buNone/>
            </a:pPr>
            <a:r>
              <a:rPr sz="3000" b="0" dirty="0" err="1">
                <a:solidFill>
                  <a:srgbClr val="15181C"/>
                </a:solidFill>
                <a:latin typeface="SUITE ExtraBold"/>
                <a:ea typeface="SUITE ExtraBold"/>
              </a:rPr>
              <a:t>다섯</a:t>
            </a:r>
            <a:r>
              <a:rPr sz="3000" b="0" dirty="0">
                <a:solidFill>
                  <a:srgbClr val="15181C"/>
                </a:solidFill>
                <a:latin typeface="SUITE ExtraBold"/>
                <a:ea typeface="SUITE ExtraBold"/>
              </a:rPr>
              <a:t> </a:t>
            </a:r>
            <a:r>
              <a:rPr sz="3000" b="0" dirty="0" err="1">
                <a:solidFill>
                  <a:srgbClr val="15181C"/>
                </a:solidFill>
                <a:latin typeface="SUITE ExtraBold"/>
                <a:ea typeface="SUITE ExtraBold"/>
              </a:rPr>
              <a:t>캐릭터</a:t>
            </a:r>
            <a:r>
              <a:rPr sz="3000" b="0" dirty="0">
                <a:solidFill>
                  <a:srgbClr val="15181C"/>
                </a:solidFill>
                <a:latin typeface="SUITE ExtraBold"/>
                <a:ea typeface="SUITE ExtraBold"/>
              </a:rPr>
              <a:t>, </a:t>
            </a:r>
            <a:r>
              <a:rPr sz="3000" b="0" dirty="0" err="1">
                <a:solidFill>
                  <a:srgbClr val="15181C"/>
                </a:solidFill>
                <a:latin typeface="SUITE ExtraBold"/>
                <a:ea typeface="SUITE ExtraBold"/>
              </a:rPr>
              <a:t>겹치지</a:t>
            </a:r>
            <a:r>
              <a:rPr sz="3000" b="0" dirty="0">
                <a:solidFill>
                  <a:srgbClr val="15181C"/>
                </a:solidFill>
                <a:latin typeface="SUITE ExtraBold"/>
                <a:ea typeface="SUITE ExtraBold"/>
              </a:rPr>
              <a:t> </a:t>
            </a:r>
            <a:r>
              <a:rPr sz="3000" b="0" dirty="0" err="1">
                <a:solidFill>
                  <a:srgbClr val="15181C"/>
                </a:solidFill>
                <a:latin typeface="SUITE ExtraBold"/>
                <a:ea typeface="SUITE ExtraBold"/>
              </a:rPr>
              <a:t>않는</a:t>
            </a:r>
            <a:r>
              <a:rPr sz="3000" b="0" dirty="0">
                <a:solidFill>
                  <a:srgbClr val="15181C"/>
                </a:solidFill>
                <a:latin typeface="SUITE ExtraBold"/>
                <a:ea typeface="SUITE ExtraBold"/>
              </a:rPr>
              <a:t> </a:t>
            </a:r>
            <a:r>
              <a:rPr sz="3000" b="0" dirty="0" err="1">
                <a:solidFill>
                  <a:srgbClr val="15181C"/>
                </a:solidFill>
                <a:latin typeface="SUITE ExtraBold"/>
                <a:ea typeface="SUITE ExtraBold"/>
              </a:rPr>
              <a:t>역할</a:t>
            </a:r>
            <a:endParaRPr sz="3000" b="0" dirty="0">
              <a:solidFill>
                <a:srgbClr val="15181C"/>
              </a:solidFill>
              <a:latin typeface="SUITE ExtraBold"/>
              <a:ea typeface="SUITE ExtraBold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34340" y="3434943"/>
            <a:ext cx="2011680" cy="3185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buNone/>
            </a:pPr>
            <a:r>
              <a:rPr b="0">
                <a:solidFill>
                  <a:srgbClr val="15181C"/>
                </a:solidFill>
                <a:latin typeface="SUITE SemiBold"/>
                <a:ea typeface="SUITE SemiBold"/>
              </a:rPr>
              <a:t>너구리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4340" y="3800703"/>
            <a:ext cx="2011680" cy="247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buNone/>
            </a:pPr>
            <a:r>
              <a:rPr sz="1400" b="0" dirty="0" err="1">
                <a:solidFill>
                  <a:srgbClr val="0E8C85"/>
                </a:solidFill>
                <a:latin typeface="SUITE SemiBold"/>
                <a:ea typeface="SUITE SemiBold"/>
              </a:rPr>
              <a:t>탱커</a:t>
            </a:r>
            <a:endParaRPr sz="1400" b="0" dirty="0">
              <a:solidFill>
                <a:srgbClr val="0E8C85"/>
              </a:solidFill>
              <a:latin typeface="SUITE SemiBold"/>
              <a:ea typeface="SUITE SemiBold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34340" y="4120742"/>
            <a:ext cx="2011680" cy="69018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0000"/>
              </a:lnSpc>
              <a:buNone/>
            </a:pPr>
            <a:r>
              <a:rPr lang="ko-KR" altLang="en-US" sz="1150" dirty="0" smtClean="0">
                <a:solidFill>
                  <a:srgbClr val="6B7280"/>
                </a:solidFill>
                <a:latin typeface="SUITE Medium"/>
                <a:ea typeface="SUITE Medium"/>
              </a:rPr>
              <a:t>체력</a:t>
            </a:r>
            <a:r>
              <a:rPr sz="1150" b="0" dirty="0" smtClean="0">
                <a:solidFill>
                  <a:srgbClr val="6B7280"/>
                </a:solidFill>
                <a:latin typeface="SUITE Medium"/>
                <a:ea typeface="SUITE Medium"/>
              </a:rPr>
              <a:t>이 </a:t>
            </a:r>
            <a:r>
              <a:rPr sz="1150" b="0" dirty="0" err="1">
                <a:solidFill>
                  <a:srgbClr val="6B7280"/>
                </a:solidFill>
                <a:latin typeface="SUITE Medium"/>
                <a:ea typeface="SUITE Medium"/>
              </a:rPr>
              <a:t>많고</a:t>
            </a:r>
            <a:r>
              <a:rPr sz="1150" b="0" dirty="0">
                <a:solidFill>
                  <a:srgbClr val="6B7280"/>
                </a:solidFill>
                <a:latin typeface="SUITE Medium"/>
                <a:ea typeface="SUITE Medium"/>
              </a:rPr>
              <a:t> </a:t>
            </a:r>
            <a:r>
              <a:rPr sz="1150" b="0" dirty="0" err="1">
                <a:solidFill>
                  <a:srgbClr val="6B7280"/>
                </a:solidFill>
                <a:latin typeface="SUITE Medium"/>
                <a:ea typeface="SUITE Medium"/>
              </a:rPr>
              <a:t>느리다</a:t>
            </a:r>
            <a:r>
              <a:rPr sz="1150" b="0" dirty="0" smtClean="0">
                <a:solidFill>
                  <a:srgbClr val="6B7280"/>
                </a:solidFill>
                <a:latin typeface="SUITE Medium"/>
                <a:ea typeface="SUITE Medium"/>
              </a:rPr>
              <a:t>.</a:t>
            </a:r>
            <a:endParaRPr lang="en-US" sz="1150" b="0" dirty="0" smtClean="0">
              <a:solidFill>
                <a:srgbClr val="6B7280"/>
              </a:solidFill>
              <a:latin typeface="SUITE Medium"/>
              <a:ea typeface="SUITE Medium"/>
            </a:endParaRPr>
          </a:p>
          <a:p>
            <a:pPr algn="ctr">
              <a:lnSpc>
                <a:spcPct val="130000"/>
              </a:lnSpc>
              <a:buNone/>
            </a:pPr>
            <a:r>
              <a:rPr sz="1150" b="0" dirty="0" err="1" smtClean="0">
                <a:solidFill>
                  <a:srgbClr val="6B7280"/>
                </a:solidFill>
                <a:latin typeface="SUITE Medium"/>
                <a:ea typeface="SUITE Medium"/>
              </a:rPr>
              <a:t>밀치기와</a:t>
            </a:r>
            <a:r>
              <a:rPr sz="1150" b="0" dirty="0" smtClean="0">
                <a:solidFill>
                  <a:srgbClr val="6B7280"/>
                </a:solidFill>
                <a:latin typeface="SUITE Medium"/>
                <a:ea typeface="SUITE Medium"/>
              </a:rPr>
              <a:t> </a:t>
            </a:r>
            <a:r>
              <a:rPr sz="1150" b="0" dirty="0" err="1" smtClean="0">
                <a:solidFill>
                  <a:srgbClr val="6B7280"/>
                </a:solidFill>
                <a:latin typeface="SUITE Medium"/>
                <a:ea typeface="SUITE Medium"/>
              </a:rPr>
              <a:t>던지기로</a:t>
            </a:r>
            <a:endParaRPr lang="en-US" sz="1150" dirty="0">
              <a:solidFill>
                <a:srgbClr val="6B7280"/>
              </a:solidFill>
              <a:latin typeface="SUITE Medium"/>
              <a:ea typeface="SUITE Medium"/>
            </a:endParaRPr>
          </a:p>
          <a:p>
            <a:pPr algn="ctr">
              <a:lnSpc>
                <a:spcPct val="130000"/>
              </a:lnSpc>
              <a:buNone/>
            </a:pPr>
            <a:r>
              <a:rPr sz="1150" b="0" dirty="0" err="1" smtClean="0">
                <a:solidFill>
                  <a:srgbClr val="6B7280"/>
                </a:solidFill>
                <a:latin typeface="SUITE Medium"/>
                <a:ea typeface="SUITE Medium"/>
              </a:rPr>
              <a:t>거점</a:t>
            </a:r>
            <a:r>
              <a:rPr sz="1150" b="0" dirty="0" smtClean="0">
                <a:solidFill>
                  <a:srgbClr val="6B7280"/>
                </a:solidFill>
                <a:latin typeface="SUITE Medium"/>
                <a:ea typeface="SUITE Medium"/>
              </a:rPr>
              <a:t> </a:t>
            </a:r>
            <a:r>
              <a:rPr sz="1150" b="0" dirty="0" err="1">
                <a:solidFill>
                  <a:srgbClr val="6B7280"/>
                </a:solidFill>
                <a:latin typeface="SUITE Medium"/>
                <a:ea typeface="SUITE Medium"/>
              </a:rPr>
              <a:t>유지</a:t>
            </a:r>
            <a:r>
              <a:rPr sz="1150" b="0" dirty="0">
                <a:solidFill>
                  <a:srgbClr val="6B7280"/>
                </a:solidFill>
                <a:latin typeface="SUITE Medium"/>
                <a:ea typeface="SUITE Medium"/>
              </a:rPr>
              <a:t> </a:t>
            </a:r>
            <a:r>
              <a:rPr sz="1150" b="0" dirty="0" err="1">
                <a:solidFill>
                  <a:srgbClr val="6B7280"/>
                </a:solidFill>
                <a:latin typeface="SUITE Medium"/>
                <a:ea typeface="SUITE Medium"/>
              </a:rPr>
              <a:t>싸움에</a:t>
            </a:r>
            <a:r>
              <a:rPr sz="1150" b="0" dirty="0">
                <a:solidFill>
                  <a:srgbClr val="6B7280"/>
                </a:solidFill>
                <a:latin typeface="SUITE Medium"/>
                <a:ea typeface="SUITE Medium"/>
              </a:rPr>
              <a:t> </a:t>
            </a:r>
            <a:r>
              <a:rPr sz="1150" b="0" dirty="0" err="1">
                <a:solidFill>
                  <a:srgbClr val="6B7280"/>
                </a:solidFill>
                <a:latin typeface="SUITE Medium"/>
                <a:ea typeface="SUITE Medium"/>
              </a:rPr>
              <a:t>강하다</a:t>
            </a:r>
            <a:r>
              <a:rPr sz="1150" b="0" dirty="0">
                <a:solidFill>
                  <a:srgbClr val="6B7280"/>
                </a:solidFill>
                <a:latin typeface="SUITE Medium"/>
                <a:ea typeface="SUITE Medium"/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51760" y="3434943"/>
            <a:ext cx="2011680" cy="3185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buNone/>
            </a:pPr>
            <a:r>
              <a:rPr b="0">
                <a:solidFill>
                  <a:srgbClr val="15181C"/>
                </a:solidFill>
                <a:latin typeface="SUITE SemiBold"/>
                <a:ea typeface="SUITE SemiBold"/>
              </a:rPr>
              <a:t>고라니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51760" y="3800703"/>
            <a:ext cx="2011680" cy="247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buNone/>
            </a:pPr>
            <a:r>
              <a:rPr sz="1400" b="0">
                <a:solidFill>
                  <a:srgbClr val="0E8C85"/>
                </a:solidFill>
                <a:latin typeface="SUITE SemiBold"/>
                <a:ea typeface="SUITE SemiBold"/>
              </a:rPr>
              <a:t>브루저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51760" y="4120742"/>
            <a:ext cx="2011680" cy="46012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0000"/>
              </a:lnSpc>
              <a:buNone/>
            </a:pPr>
            <a:r>
              <a:rPr sz="1150" b="0" dirty="0" err="1">
                <a:solidFill>
                  <a:srgbClr val="6B7280"/>
                </a:solidFill>
                <a:latin typeface="SUITE Medium"/>
                <a:ea typeface="SUITE Medium"/>
              </a:rPr>
              <a:t>돌진으로</a:t>
            </a:r>
            <a:r>
              <a:rPr sz="1150" b="0" dirty="0">
                <a:solidFill>
                  <a:srgbClr val="6B7280"/>
                </a:solidFill>
                <a:latin typeface="SUITE Medium"/>
                <a:ea typeface="SUITE Medium"/>
              </a:rPr>
              <a:t> </a:t>
            </a:r>
            <a:r>
              <a:rPr sz="1150" b="0" dirty="0" err="1">
                <a:solidFill>
                  <a:srgbClr val="6B7280"/>
                </a:solidFill>
                <a:latin typeface="SUITE Medium"/>
                <a:ea typeface="SUITE Medium"/>
              </a:rPr>
              <a:t>적진에</a:t>
            </a:r>
            <a:r>
              <a:rPr sz="1150" b="0" dirty="0">
                <a:solidFill>
                  <a:srgbClr val="6B7280"/>
                </a:solidFill>
                <a:latin typeface="SUITE Medium"/>
                <a:ea typeface="SUITE Medium"/>
              </a:rPr>
              <a:t> </a:t>
            </a:r>
            <a:r>
              <a:rPr sz="1150" b="0" dirty="0" err="1">
                <a:solidFill>
                  <a:srgbClr val="6B7280"/>
                </a:solidFill>
                <a:latin typeface="SUITE Medium"/>
                <a:ea typeface="SUITE Medium"/>
              </a:rPr>
              <a:t>파고들고</a:t>
            </a:r>
            <a:r>
              <a:rPr sz="1150" b="0" dirty="0" smtClean="0">
                <a:solidFill>
                  <a:srgbClr val="6B7280"/>
                </a:solidFill>
                <a:latin typeface="SUITE Medium"/>
                <a:ea typeface="SUITE Medium"/>
              </a:rPr>
              <a:t>,</a:t>
            </a:r>
            <a:endParaRPr lang="en-US" sz="1150" b="0" dirty="0" smtClean="0">
              <a:solidFill>
                <a:srgbClr val="6B7280"/>
              </a:solidFill>
              <a:latin typeface="SUITE Medium"/>
              <a:ea typeface="SUITE Medium"/>
            </a:endParaRPr>
          </a:p>
          <a:p>
            <a:pPr algn="ctr">
              <a:lnSpc>
                <a:spcPct val="130000"/>
              </a:lnSpc>
              <a:buNone/>
            </a:pPr>
            <a:r>
              <a:rPr sz="1150" b="0" dirty="0" err="1" smtClean="0">
                <a:solidFill>
                  <a:srgbClr val="6B7280"/>
                </a:solidFill>
                <a:latin typeface="SUITE Medium"/>
                <a:ea typeface="SUITE Medium"/>
              </a:rPr>
              <a:t>광역</a:t>
            </a:r>
            <a:r>
              <a:rPr sz="1150" b="0" dirty="0" smtClean="0">
                <a:solidFill>
                  <a:srgbClr val="6B7280"/>
                </a:solidFill>
                <a:latin typeface="SUITE Medium"/>
                <a:ea typeface="SUITE Medium"/>
              </a:rPr>
              <a:t> </a:t>
            </a:r>
            <a:r>
              <a:rPr sz="1150" b="0" dirty="0" err="1">
                <a:solidFill>
                  <a:srgbClr val="6B7280"/>
                </a:solidFill>
                <a:latin typeface="SUITE Medium"/>
                <a:ea typeface="SUITE Medium"/>
              </a:rPr>
              <a:t>스턴으로</a:t>
            </a:r>
            <a:r>
              <a:rPr sz="1150" b="0" dirty="0">
                <a:solidFill>
                  <a:srgbClr val="6B7280"/>
                </a:solidFill>
                <a:latin typeface="SUITE Medium"/>
                <a:ea typeface="SUITE Medium"/>
              </a:rPr>
              <a:t> </a:t>
            </a:r>
            <a:r>
              <a:rPr sz="1150" b="0" dirty="0" err="1">
                <a:solidFill>
                  <a:srgbClr val="6B7280"/>
                </a:solidFill>
                <a:latin typeface="SUITE Medium"/>
                <a:ea typeface="SUITE Medium"/>
              </a:rPr>
              <a:t>연계를</a:t>
            </a:r>
            <a:r>
              <a:rPr sz="1150" b="0" dirty="0">
                <a:solidFill>
                  <a:srgbClr val="6B7280"/>
                </a:solidFill>
                <a:latin typeface="SUITE Medium"/>
                <a:ea typeface="SUITE Medium"/>
              </a:rPr>
              <a:t> </a:t>
            </a:r>
            <a:r>
              <a:rPr sz="1150" b="0" dirty="0" err="1">
                <a:solidFill>
                  <a:srgbClr val="6B7280"/>
                </a:solidFill>
                <a:latin typeface="SUITE Medium"/>
                <a:ea typeface="SUITE Medium"/>
              </a:rPr>
              <a:t>만든다</a:t>
            </a:r>
            <a:r>
              <a:rPr sz="1150" b="0" dirty="0">
                <a:solidFill>
                  <a:srgbClr val="6B7280"/>
                </a:solidFill>
                <a:latin typeface="SUITE Medium"/>
                <a:ea typeface="SUITE Medium"/>
              </a:rPr>
              <a:t>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69180" y="3434943"/>
            <a:ext cx="2011680" cy="3185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buNone/>
            </a:pPr>
            <a:r>
              <a:rPr b="0">
                <a:solidFill>
                  <a:srgbClr val="15181C"/>
                </a:solidFill>
                <a:latin typeface="SUITE SemiBold"/>
                <a:ea typeface="SUITE SemiBold"/>
              </a:rPr>
              <a:t>검은 고양이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69180" y="3800703"/>
            <a:ext cx="2011680" cy="247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buNone/>
            </a:pPr>
            <a:r>
              <a:rPr sz="1400" b="0">
                <a:solidFill>
                  <a:srgbClr val="0E8C85"/>
                </a:solidFill>
                <a:latin typeface="SUITE SemiBold"/>
                <a:ea typeface="SUITE SemiBold"/>
              </a:rPr>
              <a:t>암살자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69180" y="4120742"/>
            <a:ext cx="2011680" cy="69018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0000"/>
              </a:lnSpc>
              <a:buNone/>
            </a:pPr>
            <a:r>
              <a:rPr sz="1150" b="0" dirty="0" err="1">
                <a:solidFill>
                  <a:srgbClr val="6B7280"/>
                </a:solidFill>
                <a:latin typeface="SUITE Medium"/>
                <a:ea typeface="SUITE Medium"/>
              </a:rPr>
              <a:t>순간이동</a:t>
            </a:r>
            <a:r>
              <a:rPr sz="1150" b="0" dirty="0">
                <a:solidFill>
                  <a:srgbClr val="6B7280"/>
                </a:solidFill>
                <a:latin typeface="SUITE Medium"/>
                <a:ea typeface="SUITE Medium"/>
              </a:rPr>
              <a:t> 뒤 </a:t>
            </a:r>
            <a:r>
              <a:rPr sz="1150" b="0" dirty="0" err="1">
                <a:solidFill>
                  <a:srgbClr val="6B7280"/>
                </a:solidFill>
                <a:latin typeface="SUITE Medium"/>
                <a:ea typeface="SUITE Medium"/>
              </a:rPr>
              <a:t>암살</a:t>
            </a:r>
            <a:r>
              <a:rPr sz="1150" b="0" dirty="0" smtClean="0">
                <a:solidFill>
                  <a:srgbClr val="6B7280"/>
                </a:solidFill>
                <a:latin typeface="SUITE Medium"/>
                <a:ea typeface="SUITE Medium"/>
              </a:rPr>
              <a:t>.</a:t>
            </a:r>
            <a:endParaRPr lang="en-US" sz="1150" b="0" dirty="0" smtClean="0">
              <a:solidFill>
                <a:srgbClr val="6B7280"/>
              </a:solidFill>
              <a:latin typeface="SUITE Medium"/>
              <a:ea typeface="SUITE Medium"/>
            </a:endParaRPr>
          </a:p>
          <a:p>
            <a:pPr algn="ctr">
              <a:lnSpc>
                <a:spcPct val="130000"/>
              </a:lnSpc>
              <a:buNone/>
            </a:pPr>
            <a:r>
              <a:rPr lang="ko-KR" altLang="en-US" sz="1150" b="0" dirty="0" smtClean="0">
                <a:solidFill>
                  <a:srgbClr val="6B7280"/>
                </a:solidFill>
                <a:latin typeface="SUITE Medium"/>
                <a:ea typeface="SUITE Medium"/>
              </a:rPr>
              <a:t>연계 공격</a:t>
            </a:r>
            <a:r>
              <a:rPr sz="1150" b="0" dirty="0" smtClean="0">
                <a:solidFill>
                  <a:srgbClr val="6B7280"/>
                </a:solidFill>
                <a:latin typeface="SUITE Medium"/>
                <a:ea typeface="SUITE Medium"/>
              </a:rPr>
              <a:t>은</a:t>
            </a:r>
            <a:r>
              <a:rPr lang="en-US" sz="1150" b="0" dirty="0" smtClean="0">
                <a:solidFill>
                  <a:srgbClr val="6B7280"/>
                </a:solidFill>
                <a:latin typeface="SUITE Medium"/>
                <a:ea typeface="SUITE Medium"/>
              </a:rPr>
              <a:t> </a:t>
            </a:r>
            <a:r>
              <a:rPr sz="1150" b="0" dirty="0" err="1" smtClean="0">
                <a:solidFill>
                  <a:srgbClr val="6B7280"/>
                </a:solidFill>
                <a:latin typeface="SUITE Medium"/>
                <a:ea typeface="SUITE Medium"/>
              </a:rPr>
              <a:t>선딜레이가</a:t>
            </a:r>
            <a:r>
              <a:rPr sz="1150" b="0" dirty="0" smtClean="0">
                <a:solidFill>
                  <a:srgbClr val="6B7280"/>
                </a:solidFill>
                <a:latin typeface="SUITE Medium"/>
                <a:ea typeface="SUITE Medium"/>
              </a:rPr>
              <a:t> </a:t>
            </a:r>
            <a:r>
              <a:rPr lang="ko-KR" altLang="en-US" sz="1150" dirty="0" smtClean="0">
                <a:solidFill>
                  <a:srgbClr val="6B7280"/>
                </a:solidFill>
                <a:latin typeface="SUITE Medium"/>
                <a:ea typeface="SUITE Medium"/>
              </a:rPr>
              <a:t>줄어</a:t>
            </a:r>
            <a:endParaRPr lang="en-US" altLang="ko-KR" sz="1150" dirty="0" smtClean="0">
              <a:solidFill>
                <a:srgbClr val="6B7280"/>
              </a:solidFill>
              <a:latin typeface="SUITE Medium"/>
              <a:ea typeface="SUITE Medium"/>
            </a:endParaRPr>
          </a:p>
          <a:p>
            <a:pPr algn="ctr">
              <a:lnSpc>
                <a:spcPct val="130000"/>
              </a:lnSpc>
              <a:buNone/>
            </a:pPr>
            <a:r>
              <a:rPr lang="ko-KR" altLang="en-US" sz="1150" dirty="0" smtClean="0">
                <a:solidFill>
                  <a:srgbClr val="6B7280"/>
                </a:solidFill>
                <a:latin typeface="SUITE Medium"/>
                <a:ea typeface="SUITE Medium"/>
              </a:rPr>
              <a:t>강력한 피해를 준</a:t>
            </a:r>
            <a:r>
              <a:rPr sz="1150" b="0" dirty="0" smtClean="0">
                <a:solidFill>
                  <a:srgbClr val="6B7280"/>
                </a:solidFill>
                <a:latin typeface="SUITE Medium"/>
                <a:ea typeface="SUITE Medium"/>
              </a:rPr>
              <a:t>다</a:t>
            </a:r>
            <a:r>
              <a:rPr sz="1150" b="0" dirty="0">
                <a:solidFill>
                  <a:srgbClr val="6B7280"/>
                </a:solidFill>
                <a:latin typeface="SUITE Medium"/>
                <a:ea typeface="SUITE Medium"/>
              </a:rPr>
              <a:t>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86600" y="3434943"/>
            <a:ext cx="2011680" cy="3185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buNone/>
            </a:pPr>
            <a:r>
              <a:rPr b="0">
                <a:solidFill>
                  <a:srgbClr val="15181C"/>
                </a:solidFill>
                <a:latin typeface="SUITE SemiBold"/>
                <a:ea typeface="SUITE SemiBold"/>
              </a:rPr>
              <a:t>비둘기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86600" y="3800703"/>
            <a:ext cx="2011680" cy="247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buNone/>
            </a:pPr>
            <a:r>
              <a:rPr sz="1400" b="0">
                <a:solidFill>
                  <a:srgbClr val="0E8C85"/>
                </a:solidFill>
                <a:latin typeface="SUITE SemiBold"/>
                <a:ea typeface="SUITE SemiBold"/>
              </a:rPr>
              <a:t>서포터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86600" y="4120742"/>
            <a:ext cx="2011680" cy="46012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0000"/>
              </a:lnSpc>
              <a:buNone/>
            </a:pPr>
            <a:r>
              <a:rPr sz="1150" b="0" dirty="0" err="1">
                <a:solidFill>
                  <a:srgbClr val="6B7280"/>
                </a:solidFill>
                <a:latin typeface="SUITE Medium"/>
                <a:ea typeface="SUITE Medium"/>
              </a:rPr>
              <a:t>낚아채기로</a:t>
            </a:r>
            <a:r>
              <a:rPr sz="1150" b="0" dirty="0">
                <a:solidFill>
                  <a:srgbClr val="6B7280"/>
                </a:solidFill>
                <a:latin typeface="SUITE Medium"/>
                <a:ea typeface="SUITE Medium"/>
              </a:rPr>
              <a:t> </a:t>
            </a:r>
            <a:r>
              <a:rPr sz="1150" b="0" dirty="0" err="1">
                <a:solidFill>
                  <a:srgbClr val="6B7280"/>
                </a:solidFill>
                <a:latin typeface="SUITE Medium"/>
                <a:ea typeface="SUITE Medium"/>
              </a:rPr>
              <a:t>적을</a:t>
            </a:r>
            <a:r>
              <a:rPr sz="1150" b="0" dirty="0">
                <a:solidFill>
                  <a:srgbClr val="6B7280"/>
                </a:solidFill>
                <a:latin typeface="SUITE Medium"/>
                <a:ea typeface="SUITE Medium"/>
              </a:rPr>
              <a:t> </a:t>
            </a:r>
            <a:r>
              <a:rPr sz="1150" b="0" dirty="0" err="1">
                <a:solidFill>
                  <a:srgbClr val="6B7280"/>
                </a:solidFill>
                <a:latin typeface="SUITE Medium"/>
                <a:ea typeface="SUITE Medium"/>
              </a:rPr>
              <a:t>우리</a:t>
            </a:r>
            <a:r>
              <a:rPr sz="1150" b="0" dirty="0">
                <a:solidFill>
                  <a:srgbClr val="6B7280"/>
                </a:solidFill>
                <a:latin typeface="SUITE Medium"/>
                <a:ea typeface="SUITE Medium"/>
              </a:rPr>
              <a:t> </a:t>
            </a:r>
            <a:r>
              <a:rPr sz="1150" b="0" dirty="0" err="1">
                <a:solidFill>
                  <a:srgbClr val="6B7280"/>
                </a:solidFill>
                <a:latin typeface="SUITE Medium"/>
                <a:ea typeface="SUITE Medium"/>
              </a:rPr>
              <a:t>한가운데로</a:t>
            </a:r>
            <a:r>
              <a:rPr sz="1150" b="0" dirty="0">
                <a:solidFill>
                  <a:srgbClr val="6B7280"/>
                </a:solidFill>
                <a:latin typeface="SUITE Medium"/>
                <a:ea typeface="SUITE Medium"/>
              </a:rPr>
              <a:t> </a:t>
            </a:r>
            <a:r>
              <a:rPr sz="1150" b="0" dirty="0" err="1">
                <a:solidFill>
                  <a:srgbClr val="6B7280"/>
                </a:solidFill>
                <a:latin typeface="SUITE Medium"/>
                <a:ea typeface="SUITE Medium"/>
              </a:rPr>
              <a:t>끌어오고</a:t>
            </a:r>
            <a:r>
              <a:rPr sz="1150" b="0" dirty="0">
                <a:solidFill>
                  <a:srgbClr val="6B7280"/>
                </a:solidFill>
                <a:latin typeface="SUITE Medium"/>
                <a:ea typeface="SUITE Medium"/>
              </a:rPr>
              <a:t>, </a:t>
            </a:r>
            <a:r>
              <a:rPr sz="1150" b="0" dirty="0" err="1">
                <a:solidFill>
                  <a:srgbClr val="6B7280"/>
                </a:solidFill>
                <a:latin typeface="SUITE Medium"/>
                <a:ea typeface="SUITE Medium"/>
              </a:rPr>
              <a:t>파열탄으로</a:t>
            </a:r>
            <a:r>
              <a:rPr sz="1150" b="0" dirty="0">
                <a:solidFill>
                  <a:srgbClr val="6B7280"/>
                </a:solidFill>
                <a:latin typeface="SUITE Medium"/>
                <a:ea typeface="SUITE Medium"/>
              </a:rPr>
              <a:t> 3초 </a:t>
            </a:r>
            <a:r>
              <a:rPr sz="1150" b="0" dirty="0" err="1" smtClean="0">
                <a:solidFill>
                  <a:srgbClr val="6B7280"/>
                </a:solidFill>
                <a:latin typeface="SUITE Medium"/>
                <a:ea typeface="SUITE Medium"/>
              </a:rPr>
              <a:t>둔화</a:t>
            </a:r>
            <a:r>
              <a:rPr lang="ko-KR" altLang="en-US" sz="1150" dirty="0" smtClean="0">
                <a:solidFill>
                  <a:srgbClr val="6B7280"/>
                </a:solidFill>
                <a:latin typeface="SUITE Medium"/>
                <a:ea typeface="SUITE Medium"/>
              </a:rPr>
              <a:t>시킨다</a:t>
            </a:r>
            <a:r>
              <a:rPr lang="en-US" altLang="ko-KR" sz="1150" dirty="0" smtClean="0">
                <a:solidFill>
                  <a:srgbClr val="6B7280"/>
                </a:solidFill>
                <a:latin typeface="SUITE Medium"/>
                <a:ea typeface="SUITE Medium"/>
              </a:rPr>
              <a:t>.</a:t>
            </a:r>
            <a:endParaRPr sz="1150" b="0" dirty="0">
              <a:solidFill>
                <a:srgbClr val="6B7280"/>
              </a:solidFill>
              <a:latin typeface="SUITE Medium"/>
              <a:ea typeface="SUITE Medium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9304020" y="3434943"/>
            <a:ext cx="2011680" cy="3185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buNone/>
            </a:pPr>
            <a:r>
              <a:rPr b="0">
                <a:solidFill>
                  <a:srgbClr val="15181C"/>
                </a:solidFill>
                <a:latin typeface="SUITE SemiBold"/>
                <a:ea typeface="SUITE SemiBold"/>
              </a:rPr>
              <a:t>까치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04020" y="3800703"/>
            <a:ext cx="2011680" cy="247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buNone/>
            </a:pPr>
            <a:r>
              <a:rPr sz="1400" b="0">
                <a:solidFill>
                  <a:srgbClr val="0E8C85"/>
                </a:solidFill>
                <a:latin typeface="SUITE SemiBold"/>
                <a:ea typeface="SUITE SemiBold"/>
              </a:rPr>
              <a:t>저격수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04020" y="4120742"/>
            <a:ext cx="2011680" cy="46012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0000"/>
              </a:lnSpc>
              <a:buNone/>
            </a:pPr>
            <a:r>
              <a:rPr sz="1150" b="0" dirty="0">
                <a:solidFill>
                  <a:srgbClr val="6B7280"/>
                </a:solidFill>
                <a:latin typeface="SUITE Medium"/>
                <a:ea typeface="SUITE Medium"/>
              </a:rPr>
              <a:t>긴 </a:t>
            </a:r>
            <a:r>
              <a:rPr sz="1150" b="0" dirty="0" err="1">
                <a:solidFill>
                  <a:srgbClr val="6B7280"/>
                </a:solidFill>
                <a:latin typeface="SUITE Medium"/>
                <a:ea typeface="SUITE Medium"/>
              </a:rPr>
              <a:t>사거리</a:t>
            </a:r>
            <a:r>
              <a:rPr sz="1150" b="0" dirty="0">
                <a:solidFill>
                  <a:srgbClr val="6B7280"/>
                </a:solidFill>
                <a:latin typeface="SUITE Medium"/>
                <a:ea typeface="SUITE Medium"/>
              </a:rPr>
              <a:t>, </a:t>
            </a:r>
            <a:r>
              <a:rPr sz="1150" b="0" dirty="0" err="1">
                <a:solidFill>
                  <a:srgbClr val="6B7280"/>
                </a:solidFill>
                <a:latin typeface="SUITE Medium"/>
                <a:ea typeface="SUITE Medium"/>
              </a:rPr>
              <a:t>높은</a:t>
            </a:r>
            <a:r>
              <a:rPr sz="1150" b="0" dirty="0">
                <a:solidFill>
                  <a:srgbClr val="6B7280"/>
                </a:solidFill>
                <a:latin typeface="SUITE Medium"/>
                <a:ea typeface="SUITE Medium"/>
              </a:rPr>
              <a:t> </a:t>
            </a:r>
            <a:r>
              <a:rPr sz="1150" b="0" dirty="0" err="1">
                <a:solidFill>
                  <a:srgbClr val="6B7280"/>
                </a:solidFill>
                <a:latin typeface="SUITE Medium"/>
                <a:ea typeface="SUITE Medium"/>
              </a:rPr>
              <a:t>화력</a:t>
            </a:r>
            <a:r>
              <a:rPr sz="1150" b="0" dirty="0">
                <a:solidFill>
                  <a:srgbClr val="6B7280"/>
                </a:solidFill>
                <a:latin typeface="SUITE Medium"/>
                <a:ea typeface="SUITE Medium"/>
              </a:rPr>
              <a:t>, </a:t>
            </a:r>
            <a:r>
              <a:rPr sz="1150" b="0" dirty="0" err="1">
                <a:solidFill>
                  <a:srgbClr val="6B7280"/>
                </a:solidFill>
                <a:latin typeface="SUITE Medium"/>
                <a:ea typeface="SUITE Medium"/>
              </a:rPr>
              <a:t>적은</a:t>
            </a:r>
            <a:r>
              <a:rPr sz="1150" b="0" dirty="0">
                <a:solidFill>
                  <a:srgbClr val="6B7280"/>
                </a:solidFill>
                <a:latin typeface="SUITE Medium"/>
                <a:ea typeface="SUITE Medium"/>
              </a:rPr>
              <a:t> </a:t>
            </a:r>
            <a:r>
              <a:rPr sz="1150" b="0" dirty="0" err="1">
                <a:solidFill>
                  <a:srgbClr val="6B7280"/>
                </a:solidFill>
                <a:latin typeface="SUITE Medium"/>
                <a:ea typeface="SUITE Medium"/>
              </a:rPr>
              <a:t>피통</a:t>
            </a:r>
            <a:r>
              <a:rPr sz="1150" b="0" dirty="0" smtClean="0">
                <a:solidFill>
                  <a:srgbClr val="6B7280"/>
                </a:solidFill>
                <a:latin typeface="SUITE Medium"/>
                <a:ea typeface="SUITE Medium"/>
              </a:rPr>
              <a:t>.</a:t>
            </a:r>
            <a:endParaRPr lang="en-US" sz="1150" b="0" dirty="0" smtClean="0">
              <a:solidFill>
                <a:srgbClr val="6B7280"/>
              </a:solidFill>
              <a:latin typeface="SUITE Medium"/>
              <a:ea typeface="SUITE Medium"/>
            </a:endParaRPr>
          </a:p>
          <a:p>
            <a:pPr algn="ctr">
              <a:lnSpc>
                <a:spcPct val="130000"/>
              </a:lnSpc>
              <a:buNone/>
            </a:pPr>
            <a:r>
              <a:rPr sz="1150" b="0" dirty="0" err="1" smtClean="0">
                <a:solidFill>
                  <a:srgbClr val="6B7280"/>
                </a:solidFill>
                <a:latin typeface="SUITE Medium"/>
                <a:ea typeface="SUITE Medium"/>
              </a:rPr>
              <a:t>암살에</a:t>
            </a:r>
            <a:r>
              <a:rPr sz="1150" b="0" dirty="0" smtClean="0">
                <a:solidFill>
                  <a:srgbClr val="6B7280"/>
                </a:solidFill>
                <a:latin typeface="SUITE Medium"/>
                <a:ea typeface="SUITE Medium"/>
              </a:rPr>
              <a:t> </a:t>
            </a:r>
            <a:r>
              <a:rPr sz="1150" b="0" dirty="0" err="1">
                <a:solidFill>
                  <a:srgbClr val="6B7280"/>
                </a:solidFill>
                <a:latin typeface="SUITE Medium"/>
                <a:ea typeface="SUITE Medium"/>
              </a:rPr>
              <a:t>취약하다</a:t>
            </a:r>
            <a:r>
              <a:rPr sz="1150" b="0" dirty="0">
                <a:solidFill>
                  <a:srgbClr val="6B7280"/>
                </a:solidFill>
                <a:latin typeface="SUITE Medium"/>
                <a:ea typeface="SUITE Medium"/>
              </a:rPr>
              <a:t>.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40080" y="5212080"/>
            <a:ext cx="10911809" cy="0"/>
          </a:xfrm>
          <a:prstGeom prst="line">
            <a:avLst/>
          </a:prstGeom>
          <a:ln w="9525">
            <a:solidFill>
              <a:srgbClr val="E3E6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640080" y="5394960"/>
            <a:ext cx="10881360" cy="5401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buNone/>
            </a:pPr>
            <a:r>
              <a:rPr sz="1350" b="0" dirty="0" err="1">
                <a:solidFill>
                  <a:srgbClr val="15181C"/>
                </a:solidFill>
                <a:latin typeface="SUITE Medium"/>
                <a:ea typeface="SUITE Medium"/>
              </a:rPr>
              <a:t>핵심은</a:t>
            </a:r>
            <a:r>
              <a:rPr sz="1350" b="0" dirty="0">
                <a:solidFill>
                  <a:srgbClr val="15181C"/>
                </a:solidFill>
                <a:latin typeface="SUITE Medium"/>
                <a:ea typeface="SUITE Medium"/>
              </a:rPr>
              <a:t> </a:t>
            </a:r>
            <a:r>
              <a:rPr sz="1350" b="0" dirty="0" err="1">
                <a:solidFill>
                  <a:srgbClr val="15181C"/>
                </a:solidFill>
                <a:latin typeface="SUITE Medium"/>
                <a:ea typeface="SUITE Medium"/>
              </a:rPr>
              <a:t>역할을</a:t>
            </a:r>
            <a:r>
              <a:rPr sz="1350" b="0" dirty="0">
                <a:solidFill>
                  <a:srgbClr val="15181C"/>
                </a:solidFill>
                <a:latin typeface="SUITE Medium"/>
                <a:ea typeface="SUITE Medium"/>
              </a:rPr>
              <a:t> </a:t>
            </a:r>
            <a:r>
              <a:rPr sz="1350" b="0" dirty="0" err="1">
                <a:solidFill>
                  <a:srgbClr val="15181C"/>
                </a:solidFill>
                <a:latin typeface="SUITE Medium"/>
                <a:ea typeface="SUITE Medium"/>
              </a:rPr>
              <a:t>확실히</a:t>
            </a:r>
            <a:r>
              <a:rPr sz="1350" b="0" dirty="0">
                <a:solidFill>
                  <a:srgbClr val="15181C"/>
                </a:solidFill>
                <a:latin typeface="SUITE Medium"/>
                <a:ea typeface="SUITE Medium"/>
              </a:rPr>
              <a:t> </a:t>
            </a:r>
            <a:r>
              <a:rPr sz="1350" b="0" dirty="0" err="1">
                <a:solidFill>
                  <a:srgbClr val="15181C"/>
                </a:solidFill>
                <a:latin typeface="SUITE Medium"/>
                <a:ea typeface="SUITE Medium"/>
              </a:rPr>
              <a:t>분리하면서도</a:t>
            </a:r>
            <a:r>
              <a:rPr sz="1350" b="0" dirty="0">
                <a:solidFill>
                  <a:srgbClr val="15181C"/>
                </a:solidFill>
                <a:latin typeface="SUITE Medium"/>
                <a:ea typeface="SUITE Medium"/>
              </a:rPr>
              <a:t> </a:t>
            </a:r>
            <a:r>
              <a:rPr sz="1350" b="0" dirty="0" err="1">
                <a:solidFill>
                  <a:srgbClr val="15181C"/>
                </a:solidFill>
                <a:latin typeface="SUITE Medium"/>
                <a:ea typeface="SUITE Medium"/>
              </a:rPr>
              <a:t>서로</a:t>
            </a:r>
            <a:r>
              <a:rPr sz="1350" b="0" dirty="0">
                <a:solidFill>
                  <a:srgbClr val="15181C"/>
                </a:solidFill>
                <a:latin typeface="SUITE Medium"/>
                <a:ea typeface="SUITE Medium"/>
              </a:rPr>
              <a:t> </a:t>
            </a:r>
            <a:r>
              <a:rPr sz="1350" b="0" dirty="0" err="1">
                <a:solidFill>
                  <a:srgbClr val="15181C"/>
                </a:solidFill>
                <a:latin typeface="SUITE Medium"/>
                <a:ea typeface="SUITE Medium"/>
              </a:rPr>
              <a:t>파훼하고</a:t>
            </a:r>
            <a:r>
              <a:rPr sz="1350" b="0" dirty="0">
                <a:solidFill>
                  <a:srgbClr val="15181C"/>
                </a:solidFill>
                <a:latin typeface="SUITE Medium"/>
                <a:ea typeface="SUITE Medium"/>
              </a:rPr>
              <a:t> </a:t>
            </a:r>
            <a:r>
              <a:rPr sz="1350" b="0" dirty="0" err="1">
                <a:solidFill>
                  <a:srgbClr val="15181C"/>
                </a:solidFill>
                <a:latin typeface="SUITE Medium"/>
                <a:ea typeface="SUITE Medium"/>
              </a:rPr>
              <a:t>연계할</a:t>
            </a:r>
            <a:r>
              <a:rPr sz="1350" b="0" dirty="0">
                <a:solidFill>
                  <a:srgbClr val="15181C"/>
                </a:solidFill>
                <a:latin typeface="SUITE Medium"/>
                <a:ea typeface="SUITE Medium"/>
              </a:rPr>
              <a:t> </a:t>
            </a:r>
            <a:r>
              <a:rPr sz="1350" b="0" dirty="0" err="1">
                <a:solidFill>
                  <a:srgbClr val="15181C"/>
                </a:solidFill>
                <a:latin typeface="SUITE Medium"/>
                <a:ea typeface="SUITE Medium"/>
              </a:rPr>
              <a:t>수단을</a:t>
            </a:r>
            <a:r>
              <a:rPr sz="1350" b="0" dirty="0">
                <a:solidFill>
                  <a:srgbClr val="15181C"/>
                </a:solidFill>
                <a:latin typeface="SUITE Medium"/>
                <a:ea typeface="SUITE Medium"/>
              </a:rPr>
              <a:t> </a:t>
            </a:r>
            <a:r>
              <a:rPr sz="1350" b="0" dirty="0" err="1">
                <a:solidFill>
                  <a:srgbClr val="15181C"/>
                </a:solidFill>
                <a:latin typeface="SUITE Medium"/>
                <a:ea typeface="SUITE Medium"/>
              </a:rPr>
              <a:t>두는</a:t>
            </a:r>
            <a:r>
              <a:rPr sz="1350" b="0" dirty="0">
                <a:solidFill>
                  <a:srgbClr val="15181C"/>
                </a:solidFill>
                <a:latin typeface="SUITE Medium"/>
                <a:ea typeface="SUITE Medium"/>
              </a:rPr>
              <a:t> 것</a:t>
            </a:r>
            <a:r>
              <a:rPr sz="1350" b="0" dirty="0" smtClean="0">
                <a:solidFill>
                  <a:srgbClr val="15181C"/>
                </a:solidFill>
                <a:latin typeface="SUITE Medium"/>
                <a:ea typeface="SUITE Medium"/>
              </a:rPr>
              <a:t>.</a:t>
            </a:r>
            <a:endParaRPr lang="en-US" sz="1350" b="0" dirty="0" smtClean="0">
              <a:solidFill>
                <a:srgbClr val="15181C"/>
              </a:solidFill>
              <a:latin typeface="SUITE Medium"/>
              <a:ea typeface="SUITE Medium"/>
            </a:endParaRPr>
          </a:p>
          <a:p>
            <a:pPr algn="l">
              <a:lnSpc>
                <a:spcPct val="130000"/>
              </a:lnSpc>
              <a:buNone/>
            </a:pPr>
            <a:r>
              <a:rPr sz="1350" b="0" dirty="0" err="1" smtClean="0">
                <a:solidFill>
                  <a:srgbClr val="15181C"/>
                </a:solidFill>
                <a:latin typeface="SUITE Medium"/>
                <a:ea typeface="SUITE Medium"/>
              </a:rPr>
              <a:t>스턴</a:t>
            </a:r>
            <a:r>
              <a:rPr sz="1350" b="0" dirty="0" smtClean="0">
                <a:solidFill>
                  <a:srgbClr val="15181C"/>
                </a:solidFill>
                <a:latin typeface="SUITE Medium"/>
                <a:ea typeface="SUITE Medium"/>
              </a:rPr>
              <a:t> </a:t>
            </a:r>
            <a:r>
              <a:rPr sz="1350" b="0" dirty="0">
                <a:solidFill>
                  <a:srgbClr val="15181C"/>
                </a:solidFill>
                <a:latin typeface="SUITE Medium"/>
                <a:ea typeface="SUITE Medium"/>
              </a:rPr>
              <a:t>뒤 </a:t>
            </a:r>
            <a:r>
              <a:rPr sz="1350" b="0" dirty="0" err="1">
                <a:solidFill>
                  <a:srgbClr val="15181C"/>
                </a:solidFill>
                <a:latin typeface="SUITE Medium"/>
                <a:ea typeface="SUITE Medium"/>
              </a:rPr>
              <a:t>폭격</a:t>
            </a:r>
            <a:r>
              <a:rPr sz="1350" b="0" dirty="0">
                <a:solidFill>
                  <a:srgbClr val="15181C"/>
                </a:solidFill>
                <a:latin typeface="SUITE Medium"/>
                <a:ea typeface="SUITE Medium"/>
              </a:rPr>
              <a:t>, </a:t>
            </a:r>
            <a:r>
              <a:rPr sz="1350" b="0" dirty="0" err="1">
                <a:solidFill>
                  <a:srgbClr val="15181C"/>
                </a:solidFill>
                <a:latin typeface="SUITE Medium"/>
                <a:ea typeface="SUITE Medium"/>
              </a:rPr>
              <a:t>낚아채기</a:t>
            </a:r>
            <a:r>
              <a:rPr sz="1350" b="0" dirty="0">
                <a:solidFill>
                  <a:srgbClr val="15181C"/>
                </a:solidFill>
                <a:latin typeface="SUITE Medium"/>
                <a:ea typeface="SUITE Medium"/>
              </a:rPr>
              <a:t> 뒤 </a:t>
            </a:r>
            <a:r>
              <a:rPr sz="1350" b="0" dirty="0" err="1">
                <a:solidFill>
                  <a:srgbClr val="15181C"/>
                </a:solidFill>
                <a:latin typeface="SUITE Medium"/>
                <a:ea typeface="SUITE Medium"/>
              </a:rPr>
              <a:t>집중</a:t>
            </a:r>
            <a:r>
              <a:rPr sz="1350" b="0" dirty="0">
                <a:solidFill>
                  <a:srgbClr val="15181C"/>
                </a:solidFill>
                <a:latin typeface="SUITE Medium"/>
                <a:ea typeface="SUITE Medium"/>
              </a:rPr>
              <a:t> </a:t>
            </a:r>
            <a:r>
              <a:rPr sz="1350" b="0" dirty="0" err="1">
                <a:solidFill>
                  <a:srgbClr val="15181C"/>
                </a:solidFill>
                <a:latin typeface="SUITE Medium"/>
                <a:ea typeface="SUITE Medium"/>
              </a:rPr>
              <a:t>공격</a:t>
            </a:r>
            <a:r>
              <a:rPr sz="1350" b="0" dirty="0">
                <a:solidFill>
                  <a:srgbClr val="15181C"/>
                </a:solidFill>
                <a:latin typeface="SUITE Medium"/>
                <a:ea typeface="SUITE Medium"/>
              </a:rPr>
              <a:t>, </a:t>
            </a:r>
            <a:r>
              <a:rPr sz="1350" b="0" dirty="0" err="1">
                <a:solidFill>
                  <a:srgbClr val="15181C"/>
                </a:solidFill>
                <a:latin typeface="SUITE Medium"/>
                <a:ea typeface="SUITE Medium"/>
              </a:rPr>
              <a:t>암살자로</a:t>
            </a:r>
            <a:r>
              <a:rPr sz="1350" b="0" dirty="0">
                <a:solidFill>
                  <a:srgbClr val="15181C"/>
                </a:solidFill>
                <a:latin typeface="SUITE Medium"/>
                <a:ea typeface="SUITE Medium"/>
              </a:rPr>
              <a:t> </a:t>
            </a:r>
            <a:r>
              <a:rPr sz="1350" b="0" dirty="0" err="1">
                <a:solidFill>
                  <a:srgbClr val="15181C"/>
                </a:solidFill>
                <a:latin typeface="SUITE Medium"/>
                <a:ea typeface="SUITE Medium"/>
              </a:rPr>
              <a:t>저격수</a:t>
            </a:r>
            <a:r>
              <a:rPr sz="1350" b="0" dirty="0">
                <a:solidFill>
                  <a:srgbClr val="15181C"/>
                </a:solidFill>
                <a:latin typeface="SUITE Medium"/>
                <a:ea typeface="SUITE Medium"/>
              </a:rPr>
              <a:t> </a:t>
            </a:r>
            <a:r>
              <a:rPr sz="1350" b="0" dirty="0" err="1">
                <a:solidFill>
                  <a:srgbClr val="15181C"/>
                </a:solidFill>
                <a:latin typeface="SUITE Medium"/>
                <a:ea typeface="SUITE Medium"/>
              </a:rPr>
              <a:t>견제</a:t>
            </a:r>
            <a:r>
              <a:rPr sz="1350" b="0" dirty="0">
                <a:solidFill>
                  <a:srgbClr val="15181C"/>
                </a:solidFill>
                <a:latin typeface="SUITE Medium"/>
                <a:ea typeface="SUITE Medium"/>
              </a:rPr>
              <a:t>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502920"/>
            <a:ext cx="10881360" cy="53091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buNone/>
            </a:pPr>
            <a:r>
              <a:rPr lang="en-US" sz="3000" b="0" dirty="0" smtClean="0">
                <a:solidFill>
                  <a:srgbClr val="15181C"/>
                </a:solidFill>
                <a:latin typeface="SUITE ExtraBold"/>
                <a:ea typeface="SUITE ExtraBold"/>
              </a:rPr>
              <a:t>2</a:t>
            </a:r>
            <a:r>
              <a:rPr lang="ko-KR" altLang="en-US" sz="3000" b="0" dirty="0" smtClean="0">
                <a:solidFill>
                  <a:srgbClr val="15181C"/>
                </a:solidFill>
                <a:latin typeface="SUITE ExtraBold"/>
                <a:ea typeface="SUITE ExtraBold"/>
              </a:rPr>
              <a:t>가지의 모드</a:t>
            </a:r>
            <a:endParaRPr sz="3000" b="0" dirty="0">
              <a:solidFill>
                <a:srgbClr val="15181C"/>
              </a:solidFill>
              <a:latin typeface="SUITE ExtraBold"/>
              <a:ea typeface="SUITE ExtraBold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1488496" y="1545683"/>
            <a:ext cx="3429000" cy="6591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buNone/>
            </a:pPr>
            <a:r>
              <a:rPr lang="ko-KR" altLang="en-US" sz="4000" b="0" dirty="0" err="1" smtClean="0">
                <a:solidFill>
                  <a:srgbClr val="0E8C85"/>
                </a:solidFill>
                <a:latin typeface="SUITE ExtraBold"/>
                <a:ea typeface="SUITE ExtraBold"/>
              </a:rPr>
              <a:t>싱글</a:t>
            </a:r>
            <a:r>
              <a:rPr lang="ko-KR" altLang="en-US" sz="4000" dirty="0">
                <a:solidFill>
                  <a:srgbClr val="0E8C85"/>
                </a:solidFill>
                <a:latin typeface="SUITE ExtraBold"/>
                <a:ea typeface="SUITE ExtraBold"/>
              </a:rPr>
              <a:t> </a:t>
            </a:r>
            <a:r>
              <a:rPr lang="ko-KR" altLang="en-US" sz="4000" dirty="0" smtClean="0">
                <a:solidFill>
                  <a:srgbClr val="0E8C85"/>
                </a:solidFill>
                <a:latin typeface="SUITE ExtraBold"/>
                <a:ea typeface="SUITE ExtraBold"/>
              </a:rPr>
              <a:t>모드</a:t>
            </a:r>
            <a:endParaRPr sz="4000" b="0" dirty="0">
              <a:solidFill>
                <a:srgbClr val="0E8C85"/>
              </a:solidFill>
              <a:latin typeface="SUITE ExtraBold"/>
              <a:ea typeface="SUITE ExtraBold"/>
            </a:endParaRPr>
          </a:p>
        </p:txBody>
      </p:sp>
      <p:cxnSp>
        <p:nvCxnSpPr>
          <p:cNvPr id="36" name="Connector 6"/>
          <p:cNvCxnSpPr/>
          <p:nvPr/>
        </p:nvCxnSpPr>
        <p:spPr>
          <a:xfrm>
            <a:off x="6011519" y="1436254"/>
            <a:ext cx="0" cy="3856947"/>
          </a:xfrm>
          <a:prstGeom prst="line">
            <a:avLst/>
          </a:prstGeom>
          <a:ln w="9525">
            <a:solidFill>
              <a:srgbClr val="E3E6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7291435" y="1545682"/>
            <a:ext cx="3429000" cy="6591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buNone/>
            </a:pPr>
            <a:r>
              <a:rPr lang="ko-KR" altLang="en-US" sz="4000" b="0" dirty="0" smtClean="0">
                <a:solidFill>
                  <a:srgbClr val="0E8C85"/>
                </a:solidFill>
                <a:latin typeface="SUITE ExtraBold"/>
                <a:ea typeface="SUITE ExtraBold"/>
              </a:rPr>
              <a:t>멀티 모드</a:t>
            </a:r>
            <a:endParaRPr sz="4000" b="0" dirty="0">
              <a:solidFill>
                <a:srgbClr val="0E8C85"/>
              </a:solidFill>
              <a:latin typeface="SUITE ExtraBold"/>
              <a:ea typeface="SUITE ExtraBold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7105543" y="3999700"/>
            <a:ext cx="3806985" cy="6114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0000"/>
              </a:lnSpc>
              <a:buNone/>
            </a:pPr>
            <a:r>
              <a:rPr lang="ko-KR" altLang="en-US" sz="1600" b="0" dirty="0" smtClean="0">
                <a:solidFill>
                  <a:srgbClr val="15181C"/>
                </a:solidFill>
                <a:latin typeface="SUITE Medium"/>
                <a:ea typeface="SUITE Medium"/>
              </a:rPr>
              <a:t>두 명의 유저가 각각 </a:t>
            </a:r>
            <a:r>
              <a:rPr lang="en-US" altLang="ko-KR" sz="1600" b="0" dirty="0" smtClean="0">
                <a:solidFill>
                  <a:srgbClr val="15181C"/>
                </a:solidFill>
                <a:latin typeface="SUITE Medium"/>
                <a:ea typeface="SUITE Medium"/>
              </a:rPr>
              <a:t>AI </a:t>
            </a:r>
            <a:r>
              <a:rPr lang="ko-KR" altLang="en-US" sz="1600" b="0" dirty="0" err="1" smtClean="0">
                <a:solidFill>
                  <a:srgbClr val="15181C"/>
                </a:solidFill>
                <a:latin typeface="SUITE Medium"/>
                <a:ea typeface="SUITE Medium"/>
              </a:rPr>
              <a:t>봇</a:t>
            </a:r>
            <a:r>
              <a:rPr lang="ko-KR" altLang="en-US" sz="1600" b="0" dirty="0" smtClean="0">
                <a:solidFill>
                  <a:srgbClr val="15181C"/>
                </a:solidFill>
                <a:latin typeface="SUITE Medium"/>
                <a:ea typeface="SUITE Medium"/>
              </a:rPr>
              <a:t> 둘을 지휘해 맞붙는다</a:t>
            </a:r>
            <a:r>
              <a:rPr lang="en-US" altLang="ko-KR" sz="1600" b="0" dirty="0" smtClean="0">
                <a:solidFill>
                  <a:srgbClr val="15181C"/>
                </a:solidFill>
                <a:latin typeface="SUITE Medium"/>
                <a:ea typeface="SUITE Medium"/>
              </a:rPr>
              <a:t>.</a:t>
            </a:r>
          </a:p>
          <a:p>
            <a:pPr algn="ctr">
              <a:lnSpc>
                <a:spcPct val="130000"/>
              </a:lnSpc>
              <a:buNone/>
            </a:pPr>
            <a:r>
              <a:rPr lang="ko-KR" altLang="en-US" sz="1600" dirty="0" smtClean="0">
                <a:solidFill>
                  <a:srgbClr val="15181C"/>
                </a:solidFill>
                <a:latin typeface="SUITE Medium"/>
                <a:ea typeface="SUITE Medium"/>
              </a:rPr>
              <a:t>서로의 컨트롤과 지휘 능력을 겨루는 모드</a:t>
            </a:r>
            <a:endParaRPr sz="1600" b="0" dirty="0">
              <a:solidFill>
                <a:srgbClr val="15181C"/>
              </a:solidFill>
              <a:latin typeface="SUITE Medium"/>
              <a:ea typeface="SUITE Medium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1585013" y="3999700"/>
            <a:ext cx="3429000" cy="96026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0000"/>
              </a:lnSpc>
              <a:buNone/>
            </a:pPr>
            <a:r>
              <a:rPr lang="en-US" sz="1600" dirty="0" smtClean="0">
                <a:solidFill>
                  <a:srgbClr val="15181C"/>
                </a:solidFill>
                <a:latin typeface="SUITE Medium"/>
                <a:ea typeface="SUITE Medium"/>
              </a:rPr>
              <a:t>3</a:t>
            </a:r>
            <a:r>
              <a:rPr lang="ko-KR" altLang="en-US" sz="1600" dirty="0" smtClean="0">
                <a:solidFill>
                  <a:srgbClr val="15181C"/>
                </a:solidFill>
                <a:latin typeface="SUITE Medium"/>
                <a:ea typeface="SUITE Medium"/>
              </a:rPr>
              <a:t>명의 </a:t>
            </a:r>
            <a:r>
              <a:rPr lang="en-US" altLang="ko-KR" sz="1600" dirty="0" smtClean="0">
                <a:solidFill>
                  <a:srgbClr val="15181C"/>
                </a:solidFill>
                <a:latin typeface="SUITE Medium"/>
                <a:ea typeface="SUITE Medium"/>
              </a:rPr>
              <a:t>AI </a:t>
            </a:r>
            <a:r>
              <a:rPr lang="ko-KR" altLang="en-US" sz="1600" dirty="0" err="1" smtClean="0">
                <a:solidFill>
                  <a:srgbClr val="15181C"/>
                </a:solidFill>
                <a:latin typeface="SUITE Medium"/>
                <a:ea typeface="SUITE Medium"/>
              </a:rPr>
              <a:t>봇과</a:t>
            </a:r>
            <a:r>
              <a:rPr lang="ko-KR" altLang="en-US" sz="1600" dirty="0" smtClean="0">
                <a:solidFill>
                  <a:srgbClr val="15181C"/>
                </a:solidFill>
                <a:latin typeface="SUITE Medium"/>
                <a:ea typeface="SUITE Medium"/>
              </a:rPr>
              <a:t> 대결한다</a:t>
            </a:r>
            <a:r>
              <a:rPr lang="en-US" altLang="ko-KR" sz="1600" dirty="0" smtClean="0">
                <a:solidFill>
                  <a:srgbClr val="15181C"/>
                </a:solidFill>
                <a:latin typeface="SUITE Medium"/>
                <a:ea typeface="SUITE Medium"/>
              </a:rPr>
              <a:t>.</a:t>
            </a:r>
          </a:p>
          <a:p>
            <a:pPr algn="ctr">
              <a:lnSpc>
                <a:spcPct val="130000"/>
              </a:lnSpc>
              <a:buNone/>
            </a:pPr>
            <a:r>
              <a:rPr lang="ko-KR" altLang="en-US" sz="1600" b="0" dirty="0" smtClean="0">
                <a:solidFill>
                  <a:srgbClr val="15181C"/>
                </a:solidFill>
                <a:latin typeface="SUITE Medium"/>
                <a:ea typeface="SUITE Medium"/>
              </a:rPr>
              <a:t>지휘관이 없는 상대와</a:t>
            </a:r>
            <a:r>
              <a:rPr lang="en-US" altLang="ko-KR" sz="1600" b="0" dirty="0" smtClean="0">
                <a:solidFill>
                  <a:srgbClr val="15181C"/>
                </a:solidFill>
                <a:latin typeface="SUITE Medium"/>
                <a:ea typeface="SUITE Medium"/>
              </a:rPr>
              <a:t>,</a:t>
            </a:r>
          </a:p>
          <a:p>
            <a:pPr algn="ctr">
              <a:lnSpc>
                <a:spcPct val="130000"/>
              </a:lnSpc>
              <a:buNone/>
            </a:pPr>
            <a:r>
              <a:rPr lang="ko-KR" altLang="en-US" sz="1600" dirty="0" smtClean="0">
                <a:solidFill>
                  <a:srgbClr val="15181C"/>
                </a:solidFill>
                <a:latin typeface="SUITE Medium"/>
                <a:ea typeface="SUITE Medium"/>
              </a:rPr>
              <a:t>지휘관으로써 </a:t>
            </a:r>
            <a:r>
              <a:rPr lang="en-US" altLang="ko-KR" sz="1600" dirty="0" smtClean="0">
                <a:solidFill>
                  <a:srgbClr val="15181C"/>
                </a:solidFill>
                <a:latin typeface="SUITE Medium"/>
                <a:ea typeface="SUITE Medium"/>
              </a:rPr>
              <a:t>AI </a:t>
            </a:r>
            <a:r>
              <a:rPr lang="ko-KR" altLang="en-US" sz="1600" dirty="0" err="1" smtClean="0">
                <a:solidFill>
                  <a:srgbClr val="15181C"/>
                </a:solidFill>
                <a:latin typeface="SUITE Medium"/>
                <a:ea typeface="SUITE Medium"/>
              </a:rPr>
              <a:t>봇</a:t>
            </a:r>
            <a:r>
              <a:rPr lang="ko-KR" altLang="en-US" sz="1600" dirty="0" smtClean="0">
                <a:solidFill>
                  <a:srgbClr val="15181C"/>
                </a:solidFill>
                <a:latin typeface="SUITE Medium"/>
                <a:ea typeface="SUITE Medium"/>
              </a:rPr>
              <a:t> 둘을 지휘하는 플레이어</a:t>
            </a:r>
            <a:endParaRPr sz="1600" b="0" dirty="0">
              <a:solidFill>
                <a:srgbClr val="15181C"/>
              </a:solidFill>
              <a:latin typeface="SUITE Medium"/>
              <a:ea typeface="SUITE Medium"/>
            </a:endParaRPr>
          </a:p>
        </p:txBody>
      </p:sp>
      <p:pic>
        <p:nvPicPr>
          <p:cNvPr id="1026" name="Picture 2" descr="인간 아이콘 로열티 무료 사진, 그림, 이미지 그리고 스톡포토 ...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311" t="17081" r="16086" b="16799"/>
          <a:stretch/>
        </p:blipFill>
        <p:spPr bwMode="auto">
          <a:xfrm>
            <a:off x="1776149" y="2501088"/>
            <a:ext cx="604520" cy="6001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로봇 - 무료 과학 기술개 아이콘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5013" y="3040459"/>
            <a:ext cx="450533" cy="4505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4" descr="로봇 - 무료 과학 기술개 아이콘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21271" y="3040458"/>
            <a:ext cx="450533" cy="4505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4" descr="로봇 - 무료 과학 기술개 아이콘"/>
          <p:cNvPicPr>
            <a:picLocks noChangeAspect="1" noChangeArrowheads="1"/>
          </p:cNvPicPr>
          <p:nvPr/>
        </p:nvPicPr>
        <p:blipFill>
          <a:blip r:embed="rId4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05368" y="2644152"/>
            <a:ext cx="450533" cy="4505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4" descr="로봇 - 무료 과학 기술개 아이콘"/>
          <p:cNvPicPr>
            <a:picLocks noChangeAspect="1" noChangeArrowheads="1"/>
          </p:cNvPicPr>
          <p:nvPr/>
        </p:nvPicPr>
        <p:blipFill>
          <a:blip r:embed="rId4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41626" y="2644151"/>
            <a:ext cx="450533" cy="4505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4" descr="로봇 - 무료 과학 기술개 아이콘"/>
          <p:cNvPicPr>
            <a:picLocks noChangeAspect="1" noChangeArrowheads="1"/>
          </p:cNvPicPr>
          <p:nvPr/>
        </p:nvPicPr>
        <p:blipFill>
          <a:blip r:embed="rId4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73497" y="2956668"/>
            <a:ext cx="450533" cy="4505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그림 4"/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51" t="26621" r="25333" b="33380"/>
          <a:stretch/>
        </p:blipFill>
        <p:spPr>
          <a:xfrm>
            <a:off x="2766463" y="2629059"/>
            <a:ext cx="947196" cy="839288"/>
          </a:xfrm>
          <a:prstGeom prst="rect">
            <a:avLst/>
          </a:prstGeom>
        </p:spPr>
      </p:pic>
      <p:pic>
        <p:nvPicPr>
          <p:cNvPr id="21" name="Picture 2" descr="인간 아이콘 로열티 무료 사진, 그림, 이미지 그리고 스톡포토 ...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311" t="17081" r="16086" b="16799"/>
          <a:stretch/>
        </p:blipFill>
        <p:spPr bwMode="auto">
          <a:xfrm>
            <a:off x="7542023" y="2553612"/>
            <a:ext cx="604520" cy="6001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" name="Picture 4" descr="로봇 - 무료 과학 기술개 아이콘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50887" y="3092983"/>
            <a:ext cx="450533" cy="4505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" name="Picture 4" descr="로봇 - 무료 과학 기술개 아이콘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87145" y="3092982"/>
            <a:ext cx="450533" cy="4505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" name="Picture 4" descr="로봇 - 무료 과학 기술개 아이콘"/>
          <p:cNvPicPr>
            <a:picLocks noChangeAspect="1" noChangeArrowheads="1"/>
          </p:cNvPicPr>
          <p:nvPr/>
        </p:nvPicPr>
        <p:blipFill>
          <a:blip r:embed="rId4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74191" y="3092982"/>
            <a:ext cx="450533" cy="4505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" name="Picture 4" descr="로봇 - 무료 과학 기술개 아이콘"/>
          <p:cNvPicPr>
            <a:picLocks noChangeAspect="1" noChangeArrowheads="1"/>
          </p:cNvPicPr>
          <p:nvPr/>
        </p:nvPicPr>
        <p:blipFill>
          <a:blip r:embed="rId4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10449" y="3092981"/>
            <a:ext cx="450533" cy="4505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" name="그림 26"/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51" t="26621" r="25333" b="33380"/>
          <a:stretch/>
        </p:blipFill>
        <p:spPr>
          <a:xfrm>
            <a:off x="8532337" y="2681583"/>
            <a:ext cx="947196" cy="839288"/>
          </a:xfrm>
          <a:prstGeom prst="rect">
            <a:avLst/>
          </a:prstGeom>
        </p:spPr>
      </p:pic>
      <p:pic>
        <p:nvPicPr>
          <p:cNvPr id="28" name="Picture 2" descr="인간 아이콘 로열티 무료 사진, 그림, 이미지 그리고 스톡포토 ...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311" t="17081" r="16086" b="16799"/>
          <a:stretch/>
        </p:blipFill>
        <p:spPr bwMode="auto">
          <a:xfrm>
            <a:off x="9865327" y="2553611"/>
            <a:ext cx="604520" cy="6001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9" name="TextBox 28"/>
          <p:cNvSpPr txBox="1"/>
          <p:nvPr/>
        </p:nvSpPr>
        <p:spPr>
          <a:xfrm>
            <a:off x="570839" y="5824554"/>
            <a:ext cx="10881360" cy="3295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buNone/>
            </a:pPr>
            <a:r>
              <a:rPr lang="ko-KR" altLang="en-US" sz="2000" dirty="0" smtClean="0">
                <a:solidFill>
                  <a:srgbClr val="15181C"/>
                </a:solidFill>
                <a:latin typeface="SUITE ExtraBold"/>
                <a:ea typeface="SUITE ExtraBold"/>
              </a:rPr>
              <a:t>그리고</a:t>
            </a:r>
            <a:r>
              <a:rPr lang="en-US" altLang="ko-KR" sz="2000" dirty="0" smtClean="0">
                <a:solidFill>
                  <a:srgbClr val="15181C"/>
                </a:solidFill>
                <a:latin typeface="SUITE ExtraBold"/>
                <a:ea typeface="SUITE ExtraBold"/>
              </a:rPr>
              <a:t>..! </a:t>
            </a:r>
            <a:r>
              <a:rPr lang="ko-KR" altLang="en-US" sz="2000" dirty="0" err="1" smtClean="0">
                <a:solidFill>
                  <a:srgbClr val="15181C"/>
                </a:solidFill>
                <a:latin typeface="SUITE ExtraBold"/>
                <a:ea typeface="SUITE ExtraBold"/>
              </a:rPr>
              <a:t>튜토리얼과</a:t>
            </a:r>
            <a:r>
              <a:rPr lang="ko-KR" altLang="en-US" sz="2000" dirty="0" smtClean="0">
                <a:solidFill>
                  <a:srgbClr val="15181C"/>
                </a:solidFill>
                <a:latin typeface="SUITE ExtraBold"/>
                <a:ea typeface="SUITE ExtraBold"/>
              </a:rPr>
              <a:t> 훈련장</a:t>
            </a:r>
            <a:endParaRPr sz="2000" b="0" dirty="0">
              <a:solidFill>
                <a:srgbClr val="15181C"/>
              </a:solidFill>
              <a:latin typeface="SUITE ExtraBold"/>
              <a:ea typeface="SUITE ExtraBold"/>
            </a:endParaRPr>
          </a:p>
        </p:txBody>
      </p:sp>
    </p:spTree>
    <p:extLst>
      <p:ext uri="{BB962C8B-B14F-4D97-AF65-F5344CB8AC3E}">
        <p14:creationId xmlns:p14="http://schemas.microsoft.com/office/powerpoint/2010/main" val="16553829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4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749165" y="3038952"/>
            <a:ext cx="2731770" cy="7786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buNone/>
            </a:pPr>
            <a:r>
              <a:rPr sz="4400" b="0" dirty="0" err="1">
                <a:solidFill>
                  <a:srgbClr val="F2F4F6"/>
                </a:solidFill>
                <a:latin typeface="SUITE ExtraBold"/>
                <a:ea typeface="SUITE ExtraBold"/>
              </a:rPr>
              <a:t>시연</a:t>
            </a:r>
            <a:endParaRPr sz="4400" b="0" dirty="0">
              <a:solidFill>
                <a:srgbClr val="F2F4F6"/>
              </a:solidFill>
              <a:latin typeface="SUITE ExtraBold"/>
              <a:ea typeface="SUITE ExtraBold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502920"/>
            <a:ext cx="1088136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buNone/>
            </a:pPr>
            <a:r>
              <a:rPr sz="3000" b="0">
                <a:solidFill>
                  <a:srgbClr val="15181C"/>
                </a:solidFill>
                <a:latin typeface="SUITE ExtraBold"/>
                <a:ea typeface="SUITE ExtraBold"/>
              </a:rPr>
              <a:t>세 번 갈아엎었습니다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buNone/>
            </a:pPr>
            <a:r>
              <a:rPr sz="1400" b="0">
                <a:solidFill>
                  <a:srgbClr val="6B7280"/>
                </a:solidFill>
                <a:latin typeface="SUITE Medium"/>
                <a:ea typeface="SUITE Medium"/>
              </a:rPr>
              <a:t>중간점검 뒤의 질문. 알맹이가 빠진 우리 게임, 이대로 재미있는가?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74519"/>
            <a:ext cx="34290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buNone/>
            </a:pPr>
            <a:r>
              <a:rPr sz="5400" b="0">
                <a:solidFill>
                  <a:srgbClr val="E6E9ED"/>
                </a:solidFill>
                <a:latin typeface="SUITE ExtraBold"/>
                <a:ea typeface="SUITE ExtraBold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834640"/>
            <a:ext cx="34290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buNone/>
            </a:pPr>
            <a:r>
              <a:rPr sz="2000" b="0">
                <a:solidFill>
                  <a:srgbClr val="15181C"/>
                </a:solidFill>
                <a:latin typeface="SUITE SemiBold"/>
                <a:ea typeface="SUITE SemiBold"/>
              </a:rPr>
              <a:t>학습하는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291840"/>
            <a:ext cx="3429000" cy="5401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buNone/>
            </a:pPr>
            <a:r>
              <a:rPr sz="1350" b="0" dirty="0" err="1">
                <a:solidFill>
                  <a:srgbClr val="6B7280"/>
                </a:solidFill>
                <a:latin typeface="SUITE Medium"/>
                <a:ea typeface="SUITE Medium"/>
              </a:rPr>
              <a:t>유저의</a:t>
            </a:r>
            <a:r>
              <a:rPr sz="1350" b="0" dirty="0">
                <a:solidFill>
                  <a:srgbClr val="6B7280"/>
                </a:solidFill>
                <a:latin typeface="SUITE Medium"/>
                <a:ea typeface="SUITE Medium"/>
              </a:rPr>
              <a:t> </a:t>
            </a:r>
            <a:r>
              <a:rPr sz="1350" b="0" dirty="0" err="1">
                <a:solidFill>
                  <a:srgbClr val="6B7280"/>
                </a:solidFill>
                <a:latin typeface="SUITE Medium"/>
                <a:ea typeface="SUITE Medium"/>
              </a:rPr>
              <a:t>전술과</a:t>
            </a:r>
            <a:r>
              <a:rPr sz="1350" b="0" dirty="0">
                <a:solidFill>
                  <a:srgbClr val="6B7280"/>
                </a:solidFill>
                <a:latin typeface="SUITE Medium"/>
                <a:ea typeface="SUITE Medium"/>
              </a:rPr>
              <a:t> </a:t>
            </a:r>
            <a:r>
              <a:rPr sz="1350" b="0" dirty="0" err="1">
                <a:solidFill>
                  <a:srgbClr val="6B7280"/>
                </a:solidFill>
                <a:latin typeface="SUITE Medium"/>
                <a:ea typeface="SUITE Medium"/>
              </a:rPr>
              <a:t>습관을</a:t>
            </a:r>
            <a:r>
              <a:rPr sz="1350" b="0" dirty="0">
                <a:solidFill>
                  <a:srgbClr val="6B7280"/>
                </a:solidFill>
                <a:latin typeface="SUITE Medium"/>
                <a:ea typeface="SUITE Medium"/>
              </a:rPr>
              <a:t> </a:t>
            </a:r>
            <a:r>
              <a:rPr sz="1350" b="0" dirty="0" err="1">
                <a:solidFill>
                  <a:srgbClr val="6B7280"/>
                </a:solidFill>
                <a:latin typeface="SUITE Medium"/>
                <a:ea typeface="SUITE Medium"/>
              </a:rPr>
              <a:t>학습해</a:t>
            </a:r>
            <a:r>
              <a:rPr sz="1350" b="0" dirty="0">
                <a:solidFill>
                  <a:srgbClr val="6B7280"/>
                </a:solidFill>
                <a:latin typeface="SUITE Medium"/>
                <a:ea typeface="SUITE Medium"/>
              </a:rPr>
              <a:t> </a:t>
            </a:r>
            <a:r>
              <a:rPr sz="1350" b="0" dirty="0" err="1">
                <a:solidFill>
                  <a:srgbClr val="6B7280"/>
                </a:solidFill>
                <a:latin typeface="SUITE Medium"/>
                <a:ea typeface="SUITE Medium"/>
              </a:rPr>
              <a:t>흐름을</a:t>
            </a:r>
            <a:r>
              <a:rPr sz="1350" b="0" dirty="0">
                <a:solidFill>
                  <a:srgbClr val="6B7280"/>
                </a:solidFill>
                <a:latin typeface="SUITE Medium"/>
                <a:ea typeface="SUITE Medium"/>
              </a:rPr>
              <a:t> </a:t>
            </a:r>
            <a:r>
              <a:rPr sz="1350" b="0" dirty="0" err="1">
                <a:solidFill>
                  <a:srgbClr val="6B7280"/>
                </a:solidFill>
                <a:latin typeface="SUITE Medium"/>
                <a:ea typeface="SUITE Medium"/>
              </a:rPr>
              <a:t>막는</a:t>
            </a:r>
            <a:r>
              <a:rPr sz="1350" b="0" dirty="0">
                <a:solidFill>
                  <a:srgbClr val="6B7280"/>
                </a:solidFill>
                <a:latin typeface="SUITE Medium"/>
                <a:ea typeface="SUITE Medium"/>
              </a:rPr>
              <a:t> AI</a:t>
            </a:r>
            <a:r>
              <a:rPr sz="1350" b="0" dirty="0" smtClean="0">
                <a:solidFill>
                  <a:srgbClr val="6B7280"/>
                </a:solidFill>
                <a:latin typeface="SUITE Medium"/>
                <a:ea typeface="SUITE Medium"/>
              </a:rPr>
              <a:t>.</a:t>
            </a:r>
            <a:endParaRPr lang="en-US" sz="1350" b="0" dirty="0" smtClean="0">
              <a:solidFill>
                <a:srgbClr val="6B7280"/>
              </a:solidFill>
              <a:latin typeface="SUITE Medium"/>
              <a:ea typeface="SUITE Medium"/>
            </a:endParaRPr>
          </a:p>
          <a:p>
            <a:pPr algn="l">
              <a:lnSpc>
                <a:spcPct val="130000"/>
              </a:lnSpc>
              <a:buNone/>
            </a:pPr>
            <a:r>
              <a:rPr sz="1350" b="0" dirty="0" err="1" smtClean="0">
                <a:solidFill>
                  <a:srgbClr val="6B7280"/>
                </a:solidFill>
                <a:latin typeface="SUITE Medium"/>
                <a:ea typeface="SUITE Medium"/>
              </a:rPr>
              <a:t>유저는</a:t>
            </a:r>
            <a:r>
              <a:rPr sz="1350" b="0" dirty="0" smtClean="0">
                <a:solidFill>
                  <a:srgbClr val="6B7280"/>
                </a:solidFill>
                <a:latin typeface="SUITE Medium"/>
                <a:ea typeface="SUITE Medium"/>
              </a:rPr>
              <a:t> </a:t>
            </a:r>
            <a:r>
              <a:rPr sz="1350" b="0" dirty="0">
                <a:solidFill>
                  <a:srgbClr val="6B7280"/>
                </a:solidFill>
                <a:latin typeface="SUITE Medium"/>
                <a:ea typeface="SUITE Medium"/>
              </a:rPr>
              <a:t>매 </a:t>
            </a:r>
            <a:r>
              <a:rPr sz="1350" b="0" dirty="0" err="1">
                <a:solidFill>
                  <a:srgbClr val="6B7280"/>
                </a:solidFill>
                <a:latin typeface="SUITE Medium"/>
                <a:ea typeface="SUITE Medium"/>
              </a:rPr>
              <a:t>라운드</a:t>
            </a:r>
            <a:r>
              <a:rPr sz="1350" b="0" dirty="0">
                <a:solidFill>
                  <a:srgbClr val="6B7280"/>
                </a:solidFill>
                <a:latin typeface="SUITE Medium"/>
                <a:ea typeface="SUITE Medium"/>
              </a:rPr>
              <a:t> </a:t>
            </a:r>
            <a:r>
              <a:rPr sz="1350" b="0" dirty="0" err="1">
                <a:solidFill>
                  <a:srgbClr val="6B7280"/>
                </a:solidFill>
                <a:latin typeface="SUITE Medium"/>
                <a:ea typeface="SUITE Medium"/>
              </a:rPr>
              <a:t>다른</a:t>
            </a:r>
            <a:r>
              <a:rPr sz="1350" b="0" dirty="0">
                <a:solidFill>
                  <a:srgbClr val="6B7280"/>
                </a:solidFill>
                <a:latin typeface="SUITE Medium"/>
                <a:ea typeface="SUITE Medium"/>
              </a:rPr>
              <a:t> </a:t>
            </a:r>
            <a:r>
              <a:rPr sz="1350" b="0" dirty="0" err="1">
                <a:solidFill>
                  <a:srgbClr val="6B7280"/>
                </a:solidFill>
                <a:latin typeface="SUITE Medium"/>
                <a:ea typeface="SUITE Medium"/>
              </a:rPr>
              <a:t>전술로</a:t>
            </a:r>
            <a:r>
              <a:rPr sz="1350" b="0" dirty="0">
                <a:solidFill>
                  <a:srgbClr val="6B7280"/>
                </a:solidFill>
                <a:latin typeface="SUITE Medium"/>
                <a:ea typeface="SUITE Medium"/>
              </a:rPr>
              <a:t> </a:t>
            </a:r>
            <a:r>
              <a:rPr sz="1350" b="0" dirty="0" err="1">
                <a:solidFill>
                  <a:srgbClr val="6B7280"/>
                </a:solidFill>
                <a:latin typeface="SUITE Medium"/>
                <a:ea typeface="SUITE Medium"/>
              </a:rPr>
              <a:t>학습을</a:t>
            </a:r>
            <a:r>
              <a:rPr sz="1350" b="0" dirty="0">
                <a:solidFill>
                  <a:srgbClr val="6B7280"/>
                </a:solidFill>
                <a:latin typeface="SUITE Medium"/>
                <a:ea typeface="SUITE Medium"/>
              </a:rPr>
              <a:t> </a:t>
            </a:r>
            <a:r>
              <a:rPr sz="1350" b="0" dirty="0" err="1">
                <a:solidFill>
                  <a:srgbClr val="6B7280"/>
                </a:solidFill>
                <a:latin typeface="SUITE Medium"/>
                <a:ea typeface="SUITE Medium"/>
              </a:rPr>
              <a:t>피해간다</a:t>
            </a:r>
            <a:r>
              <a:rPr sz="1350" b="0" dirty="0">
                <a:solidFill>
                  <a:srgbClr val="6B7280"/>
                </a:solidFill>
                <a:latin typeface="SUITE Medium"/>
                <a:ea typeface="SUITE Medium"/>
              </a:rPr>
              <a:t>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526280"/>
            <a:ext cx="3429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buNone/>
            </a:pPr>
            <a:r>
              <a:rPr sz="1200" b="0">
                <a:solidFill>
                  <a:srgbClr val="A0A6AE"/>
                </a:solidFill>
                <a:latin typeface="SUITE SemiBold"/>
                <a:ea typeface="SUITE SemiBold"/>
              </a:rPr>
              <a:t>폐기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846320"/>
            <a:ext cx="34290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buNone/>
            </a:pPr>
            <a:r>
              <a:rPr sz="1250" b="0">
                <a:solidFill>
                  <a:srgbClr val="6B7280"/>
                </a:solidFill>
                <a:latin typeface="SUITE Medium"/>
                <a:ea typeface="SUITE Medium"/>
              </a:rPr>
              <a:t>선호 거점 같은 단편 패턴은 잡혔지만 체감이 없었다. "학습하는 AI"라는 느낌이 안 났다.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0" y="1874519"/>
            <a:ext cx="34290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buNone/>
            </a:pPr>
            <a:r>
              <a:rPr sz="5400" b="0">
                <a:solidFill>
                  <a:srgbClr val="E6E9ED"/>
                </a:solidFill>
                <a:latin typeface="SUITE ExtraBold"/>
                <a:ea typeface="SUITE ExtraBold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0" y="2834640"/>
            <a:ext cx="34290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buNone/>
            </a:pPr>
            <a:r>
              <a:rPr sz="2000" b="0">
                <a:solidFill>
                  <a:srgbClr val="15181C"/>
                </a:solidFill>
                <a:latin typeface="SUITE SemiBold"/>
                <a:ea typeface="SUITE SemiBold"/>
              </a:rPr>
              <a:t>3 vs 3 멀티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3291840"/>
            <a:ext cx="34290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buNone/>
            </a:pPr>
            <a:r>
              <a:rPr sz="1350" b="0">
                <a:solidFill>
                  <a:srgbClr val="6B7280"/>
                </a:solidFill>
                <a:latin typeface="SUITE Medium"/>
                <a:ea typeface="SUITE Medium"/>
              </a:rPr>
              <a:t>캐릭터 컨셉을 살리고 연계 기술(스턴 후 폭격, 그랩 후 공격)로 스킬 재설계.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4526280"/>
            <a:ext cx="3429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buNone/>
            </a:pPr>
            <a:r>
              <a:rPr sz="1200" b="0">
                <a:solidFill>
                  <a:srgbClr val="A0A6AE"/>
                </a:solidFill>
                <a:latin typeface="SUITE SemiBold"/>
                <a:ea typeface="SUITE SemiBold"/>
              </a:rPr>
              <a:t>보류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0" y="4846320"/>
            <a:ext cx="34290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buNone/>
            </a:pPr>
            <a:r>
              <a:rPr sz="1250" b="0">
                <a:solidFill>
                  <a:srgbClr val="6B7280"/>
                </a:solidFill>
                <a:latin typeface="SUITE Medium"/>
                <a:ea typeface="SUITE Medium"/>
              </a:rPr>
              <a:t>유저가 없다. 테스트도 밸런싱도 불가능. 봇을 넣었지만 봇과는 협력이 안 됐다.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159" y="1874519"/>
            <a:ext cx="34290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buNone/>
            </a:pPr>
            <a:r>
              <a:rPr sz="5400" b="0">
                <a:solidFill>
                  <a:srgbClr val="0E8C85"/>
                </a:solidFill>
                <a:latin typeface="SUITE ExtraBold"/>
                <a:ea typeface="SUITE ExtraBold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38159" y="2834640"/>
            <a:ext cx="34290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buNone/>
            </a:pPr>
            <a:r>
              <a:rPr sz="2000" b="0">
                <a:solidFill>
                  <a:srgbClr val="15181C"/>
                </a:solidFill>
                <a:latin typeface="SUITE SemiBold"/>
                <a:ea typeface="SUITE SemiBold"/>
              </a:rPr>
              <a:t>지휘관 모드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38159" y="3291840"/>
            <a:ext cx="34290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buNone/>
            </a:pPr>
            <a:r>
              <a:rPr sz="1350" b="0">
                <a:solidFill>
                  <a:srgbClr val="15181C"/>
                </a:solidFill>
                <a:latin typeface="SUITE Medium"/>
                <a:ea typeface="SUITE Medium"/>
              </a:rPr>
              <a:t>내가 지휘관. AI 아군에게 그때그때 자연어로 지시하고, 아군이 따른다.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38159" y="4526280"/>
            <a:ext cx="3429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buNone/>
            </a:pPr>
            <a:r>
              <a:rPr sz="1200" b="0">
                <a:solidFill>
                  <a:srgbClr val="0E8C85"/>
                </a:solidFill>
                <a:latin typeface="SUITE SemiBold"/>
                <a:ea typeface="SUITE SemiBold"/>
              </a:rPr>
              <a:t>채택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8159" y="4846320"/>
            <a:ext cx="34290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buNone/>
            </a:pPr>
            <a:r>
              <a:rPr sz="1250" b="0">
                <a:solidFill>
                  <a:srgbClr val="15181C"/>
                </a:solidFill>
                <a:latin typeface="SUITE Medium"/>
                <a:ea typeface="SUITE Medium"/>
              </a:rPr>
              <a:t>LLM이 말을 명령으로 바꾼다. 프리셋과 자유 무전 둘 다. 피지컬 싸움 위에 지휘가 올라간다.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502920"/>
            <a:ext cx="1088136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buNone/>
            </a:pPr>
            <a:r>
              <a:rPr sz="3000" b="0">
                <a:solidFill>
                  <a:srgbClr val="15181C"/>
                </a:solidFill>
                <a:latin typeface="SUITE ExtraBold"/>
                <a:ea typeface="SUITE ExtraBold"/>
              </a:rPr>
              <a:t>규칙, 그리고 라운드마다 비트는 규칙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17373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buNone/>
            </a:pPr>
            <a:r>
              <a:rPr sz="2400" b="0" dirty="0">
                <a:solidFill>
                  <a:srgbClr val="0E8C85"/>
                </a:solidFill>
                <a:latin typeface="SUITE ExtraBold"/>
                <a:ea typeface="SUITE ExtraBold"/>
              </a:rPr>
              <a:t>2분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011680"/>
            <a:ext cx="17373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buNone/>
            </a:pPr>
            <a:r>
              <a:rPr sz="1100" b="0">
                <a:solidFill>
                  <a:srgbClr val="6B7280"/>
                </a:solidFill>
                <a:latin typeface="SUITE Medium"/>
                <a:ea typeface="SUITE Medium"/>
              </a:rPr>
              <a:t>라운드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0" y="1463040"/>
            <a:ext cx="1737360" cy="4247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buNone/>
            </a:pPr>
            <a:r>
              <a:rPr sz="2400" b="0" dirty="0">
                <a:solidFill>
                  <a:srgbClr val="0E8C85"/>
                </a:solidFill>
                <a:latin typeface="SUITE ExtraBold"/>
                <a:ea typeface="SUITE ExtraBold"/>
              </a:rPr>
              <a:t>3판 2</a:t>
            </a:r>
            <a:r>
              <a:rPr sz="2400" b="0" dirty="0" smtClean="0">
                <a:solidFill>
                  <a:srgbClr val="0E8C85"/>
                </a:solidFill>
                <a:latin typeface="SUITE ExtraBold"/>
                <a:ea typeface="SUITE ExtraBold"/>
              </a:rPr>
              <a:t>선승</a:t>
            </a:r>
            <a:r>
              <a:rPr lang="ko-KR" altLang="en-US" sz="2400" b="0" dirty="0" smtClean="0">
                <a:solidFill>
                  <a:srgbClr val="0E8C85"/>
                </a:solidFill>
                <a:latin typeface="SUITE ExtraBold"/>
                <a:ea typeface="SUITE ExtraBold"/>
              </a:rPr>
              <a:t>제</a:t>
            </a:r>
            <a:endParaRPr sz="2400" b="0" dirty="0">
              <a:solidFill>
                <a:srgbClr val="0E8C85"/>
              </a:solidFill>
              <a:latin typeface="SUITE ExtraBold"/>
              <a:ea typeface="SUITE ExtraBold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011680" y="2011680"/>
            <a:ext cx="17373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buNone/>
            </a:pPr>
            <a:r>
              <a:rPr sz="1100" b="0">
                <a:solidFill>
                  <a:srgbClr val="6B7280"/>
                </a:solidFill>
                <a:latin typeface="SUITE Medium"/>
                <a:ea typeface="SUITE Medium"/>
              </a:rPr>
              <a:t>매치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06240" y="1463040"/>
            <a:ext cx="1737360" cy="4247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buNone/>
            </a:pPr>
            <a:r>
              <a:rPr sz="2400" b="0" dirty="0" smtClean="0">
                <a:solidFill>
                  <a:srgbClr val="0E8C85"/>
                </a:solidFill>
                <a:latin typeface="SUITE ExtraBold"/>
                <a:ea typeface="SUITE ExtraBold"/>
              </a:rPr>
              <a:t>1</a:t>
            </a:r>
            <a:r>
              <a:rPr lang="en-US" sz="2400" b="0" dirty="0" smtClean="0">
                <a:solidFill>
                  <a:srgbClr val="0E8C85"/>
                </a:solidFill>
                <a:latin typeface="SUITE ExtraBold"/>
                <a:ea typeface="SUITE ExtraBold"/>
              </a:rPr>
              <a:t> /</a:t>
            </a:r>
            <a:r>
              <a:rPr sz="2400" b="0" dirty="0" smtClean="0">
                <a:solidFill>
                  <a:srgbClr val="0E8C85"/>
                </a:solidFill>
                <a:latin typeface="SUITE ExtraBold"/>
                <a:ea typeface="SUITE ExtraBold"/>
              </a:rPr>
              <a:t> 3</a:t>
            </a:r>
            <a:r>
              <a:rPr lang="ko-KR" altLang="en-US" sz="2400" b="0" dirty="0" smtClean="0">
                <a:solidFill>
                  <a:srgbClr val="0E8C85"/>
                </a:solidFill>
                <a:latin typeface="SUITE ExtraBold"/>
                <a:ea typeface="SUITE ExtraBold"/>
              </a:rPr>
              <a:t>개</a:t>
            </a:r>
            <a:endParaRPr sz="2400" b="0" dirty="0">
              <a:solidFill>
                <a:srgbClr val="0E8C85"/>
              </a:solidFill>
              <a:latin typeface="SUITE ExtraBold"/>
              <a:ea typeface="SUITE ExtraBold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206240" y="2011680"/>
            <a:ext cx="17373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buNone/>
            </a:pPr>
            <a:r>
              <a:rPr sz="1100" b="0">
                <a:solidFill>
                  <a:srgbClr val="6B7280"/>
                </a:solidFill>
                <a:latin typeface="SUITE Medium"/>
                <a:ea typeface="SUITE Medium"/>
              </a:rPr>
              <a:t>맵별 거점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606040"/>
            <a:ext cx="51206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buNone/>
            </a:pPr>
            <a:r>
              <a:rPr sz="1400" b="0" dirty="0" err="1">
                <a:solidFill>
                  <a:srgbClr val="15181C"/>
                </a:solidFill>
                <a:latin typeface="SUITE SemiBold"/>
                <a:ea typeface="SUITE SemiBold"/>
              </a:rPr>
              <a:t>승리</a:t>
            </a:r>
            <a:r>
              <a:rPr sz="1400" b="0" dirty="0">
                <a:solidFill>
                  <a:srgbClr val="15181C"/>
                </a:solidFill>
                <a:latin typeface="SUITE SemiBold"/>
                <a:ea typeface="SUITE SemiBold"/>
              </a:rPr>
              <a:t> </a:t>
            </a:r>
            <a:r>
              <a:rPr sz="1400" b="0" dirty="0" err="1">
                <a:solidFill>
                  <a:srgbClr val="15181C"/>
                </a:solidFill>
                <a:latin typeface="SUITE SemiBold"/>
                <a:ea typeface="SUITE SemiBold"/>
              </a:rPr>
              <a:t>조건</a:t>
            </a:r>
            <a:r>
              <a:rPr sz="1400" b="0" dirty="0">
                <a:solidFill>
                  <a:srgbClr val="15181C"/>
                </a:solidFill>
                <a:latin typeface="SUITE SemiBold"/>
                <a:ea typeface="SUITE SemiBold"/>
              </a:rPr>
              <a:t> 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926080"/>
            <a:ext cx="51206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01168" indent="-201168" algn="l">
              <a:lnSpc>
                <a:spcPct val="115000"/>
              </a:lnSpc>
              <a:spcAft>
                <a:spcPts val="300"/>
              </a:spcAft>
              <a:buClr>
                <a:srgbClr val="A0A6AE"/>
              </a:buClr>
              <a:buChar char="•"/>
            </a:pPr>
            <a:r>
              <a:rPr sz="1300" b="0" dirty="0" err="1">
                <a:solidFill>
                  <a:srgbClr val="15181C"/>
                </a:solidFill>
                <a:latin typeface="SUITE Medium"/>
                <a:ea typeface="SUITE Medium"/>
              </a:rPr>
              <a:t>거점을</a:t>
            </a:r>
            <a:r>
              <a:rPr sz="1300" b="0" dirty="0">
                <a:solidFill>
                  <a:srgbClr val="15181C"/>
                </a:solidFill>
                <a:latin typeface="SUITE Medium"/>
                <a:ea typeface="SUITE Medium"/>
              </a:rPr>
              <a:t> </a:t>
            </a:r>
            <a:r>
              <a:rPr sz="1300" b="0" dirty="0" err="1">
                <a:solidFill>
                  <a:srgbClr val="15181C"/>
                </a:solidFill>
                <a:latin typeface="SUITE Medium"/>
                <a:ea typeface="SUITE Medium"/>
              </a:rPr>
              <a:t>모두</a:t>
            </a:r>
            <a:r>
              <a:rPr sz="1300" b="0" dirty="0">
                <a:solidFill>
                  <a:srgbClr val="15181C"/>
                </a:solidFill>
                <a:latin typeface="SUITE Medium"/>
                <a:ea typeface="SUITE Medium"/>
              </a:rPr>
              <a:t> </a:t>
            </a:r>
            <a:r>
              <a:rPr sz="1300" b="0" dirty="0" err="1">
                <a:solidFill>
                  <a:srgbClr val="15181C"/>
                </a:solidFill>
                <a:latin typeface="SUITE Medium"/>
                <a:ea typeface="SUITE Medium"/>
              </a:rPr>
              <a:t>우리</a:t>
            </a:r>
            <a:r>
              <a:rPr sz="1300" b="0" dirty="0">
                <a:solidFill>
                  <a:srgbClr val="15181C"/>
                </a:solidFill>
                <a:latin typeface="SUITE Medium"/>
                <a:ea typeface="SUITE Medium"/>
              </a:rPr>
              <a:t> </a:t>
            </a:r>
            <a:r>
              <a:rPr sz="1300" b="0" dirty="0" err="1">
                <a:solidFill>
                  <a:srgbClr val="15181C"/>
                </a:solidFill>
                <a:latin typeface="SUITE Medium"/>
                <a:ea typeface="SUITE Medium"/>
              </a:rPr>
              <a:t>팀이</a:t>
            </a:r>
            <a:r>
              <a:rPr sz="1300" b="0" dirty="0">
                <a:solidFill>
                  <a:srgbClr val="15181C"/>
                </a:solidFill>
                <a:latin typeface="SUITE Medium"/>
                <a:ea typeface="SUITE Medium"/>
              </a:rPr>
              <a:t> </a:t>
            </a:r>
            <a:r>
              <a:rPr sz="1300" b="0" dirty="0" err="1">
                <a:solidFill>
                  <a:srgbClr val="15181C"/>
                </a:solidFill>
                <a:latin typeface="SUITE Medium"/>
                <a:ea typeface="SUITE Medium"/>
              </a:rPr>
              <a:t>점령한다</a:t>
            </a:r>
            <a:endParaRPr sz="1300" b="0" dirty="0">
              <a:solidFill>
                <a:srgbClr val="15181C"/>
              </a:solidFill>
              <a:latin typeface="SUITE Medium"/>
              <a:ea typeface="SUITE Medium"/>
            </a:endParaRPr>
          </a:p>
          <a:p>
            <a:pPr marL="201168" indent="-201168" algn="l">
              <a:lnSpc>
                <a:spcPct val="115000"/>
              </a:lnSpc>
              <a:buClr>
                <a:srgbClr val="A0A6AE"/>
              </a:buClr>
              <a:buChar char="•"/>
            </a:pPr>
            <a:r>
              <a:rPr sz="1300" b="0" dirty="0" err="1">
                <a:solidFill>
                  <a:srgbClr val="15181C"/>
                </a:solidFill>
                <a:latin typeface="SUITE Medium"/>
                <a:ea typeface="SUITE Medium"/>
              </a:rPr>
              <a:t>상대</a:t>
            </a:r>
            <a:r>
              <a:rPr sz="1300" b="0" dirty="0">
                <a:solidFill>
                  <a:srgbClr val="15181C"/>
                </a:solidFill>
                <a:latin typeface="SUITE Medium"/>
                <a:ea typeface="SUITE Medium"/>
              </a:rPr>
              <a:t> </a:t>
            </a:r>
            <a:r>
              <a:rPr sz="1300" b="0" dirty="0" err="1">
                <a:solidFill>
                  <a:srgbClr val="15181C"/>
                </a:solidFill>
                <a:latin typeface="SUITE Medium"/>
                <a:ea typeface="SUITE Medium"/>
              </a:rPr>
              <a:t>팀을</a:t>
            </a:r>
            <a:r>
              <a:rPr sz="1300" b="0" dirty="0">
                <a:solidFill>
                  <a:srgbClr val="15181C"/>
                </a:solidFill>
                <a:latin typeface="SUITE Medium"/>
                <a:ea typeface="SUITE Medium"/>
              </a:rPr>
              <a:t> </a:t>
            </a:r>
            <a:r>
              <a:rPr sz="1300" b="0" dirty="0" err="1">
                <a:solidFill>
                  <a:srgbClr val="15181C"/>
                </a:solidFill>
                <a:latin typeface="SUITE Medium"/>
                <a:ea typeface="SUITE Medium"/>
              </a:rPr>
              <a:t>모두</a:t>
            </a:r>
            <a:r>
              <a:rPr sz="1300" b="0" dirty="0">
                <a:solidFill>
                  <a:srgbClr val="15181C"/>
                </a:solidFill>
                <a:latin typeface="SUITE Medium"/>
                <a:ea typeface="SUITE Medium"/>
              </a:rPr>
              <a:t> </a:t>
            </a:r>
            <a:r>
              <a:rPr sz="1300" b="0" dirty="0" err="1">
                <a:solidFill>
                  <a:srgbClr val="15181C"/>
                </a:solidFill>
                <a:latin typeface="SUITE Medium"/>
                <a:ea typeface="SUITE Medium"/>
              </a:rPr>
              <a:t>격파한다</a:t>
            </a:r>
            <a:endParaRPr sz="1300" b="0" dirty="0">
              <a:solidFill>
                <a:srgbClr val="15181C"/>
              </a:solidFill>
              <a:latin typeface="SUITE Medium"/>
              <a:ea typeface="SUITE Medium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40080" y="3840480"/>
            <a:ext cx="51206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buNone/>
            </a:pPr>
            <a:r>
              <a:rPr sz="1400" b="0">
                <a:solidFill>
                  <a:srgbClr val="15181C"/>
                </a:solidFill>
                <a:latin typeface="SUITE SemiBold"/>
                <a:ea typeface="SUITE SemiBold"/>
              </a:rPr>
              <a:t>거점은</a:t>
            </a:r>
            <a:r>
              <a:rPr sz="1400" b="0" dirty="0">
                <a:solidFill>
                  <a:srgbClr val="15181C"/>
                </a:solidFill>
                <a:latin typeface="SUITE SemiBold"/>
                <a:ea typeface="SUITE SemiBold"/>
              </a:rPr>
              <a:t> </a:t>
            </a:r>
            <a:r>
              <a:rPr sz="1400" b="0" dirty="0" err="1">
                <a:solidFill>
                  <a:srgbClr val="15181C"/>
                </a:solidFill>
                <a:latin typeface="SUITE SemiBold"/>
                <a:ea typeface="SUITE SemiBold"/>
              </a:rPr>
              <a:t>이렇게</a:t>
            </a:r>
            <a:r>
              <a:rPr sz="1400" b="0" dirty="0">
                <a:solidFill>
                  <a:srgbClr val="15181C"/>
                </a:solidFill>
                <a:latin typeface="SUITE SemiBold"/>
                <a:ea typeface="SUITE SemiBold"/>
              </a:rPr>
              <a:t> </a:t>
            </a:r>
            <a:r>
              <a:rPr sz="1400" b="0" dirty="0" err="1">
                <a:solidFill>
                  <a:srgbClr val="15181C"/>
                </a:solidFill>
                <a:latin typeface="SUITE SemiBold"/>
                <a:ea typeface="SUITE SemiBold"/>
              </a:rPr>
              <a:t>돈다</a:t>
            </a:r>
            <a:endParaRPr sz="1400" b="0" dirty="0">
              <a:solidFill>
                <a:srgbClr val="15181C"/>
              </a:solidFill>
              <a:latin typeface="SUITE SemiBold"/>
              <a:ea typeface="SUITE SemiBold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40080" y="4160520"/>
            <a:ext cx="5120640" cy="103874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01168" indent="-201168" algn="l">
              <a:lnSpc>
                <a:spcPct val="125000"/>
              </a:lnSpc>
              <a:spcAft>
                <a:spcPts val="300"/>
              </a:spcAft>
              <a:buClr>
                <a:srgbClr val="A0A6AE"/>
              </a:buClr>
              <a:buChar char="•"/>
            </a:pPr>
            <a:r>
              <a:rPr sz="1200" b="0" dirty="0" err="1">
                <a:solidFill>
                  <a:srgbClr val="15181C"/>
                </a:solidFill>
                <a:latin typeface="SUITE Medium"/>
                <a:ea typeface="SUITE Medium"/>
              </a:rPr>
              <a:t>먹혀도</a:t>
            </a:r>
            <a:r>
              <a:rPr sz="1200" b="0" dirty="0">
                <a:solidFill>
                  <a:srgbClr val="15181C"/>
                </a:solidFill>
                <a:latin typeface="SUITE Medium"/>
                <a:ea typeface="SUITE Medium"/>
              </a:rPr>
              <a:t> </a:t>
            </a:r>
            <a:r>
              <a:rPr lang="ko-KR" altLang="en-US" sz="1200" b="0" dirty="0" smtClean="0">
                <a:solidFill>
                  <a:srgbClr val="15181C"/>
                </a:solidFill>
                <a:latin typeface="SUITE Medium"/>
                <a:ea typeface="SUITE Medium"/>
              </a:rPr>
              <a:t>다시 </a:t>
            </a:r>
            <a:r>
              <a:rPr sz="1200" b="0" dirty="0" err="1" smtClean="0">
                <a:solidFill>
                  <a:srgbClr val="15181C"/>
                </a:solidFill>
                <a:latin typeface="SUITE Medium"/>
                <a:ea typeface="SUITE Medium"/>
              </a:rPr>
              <a:t>탈환할</a:t>
            </a:r>
            <a:r>
              <a:rPr sz="1200" b="0" dirty="0" smtClean="0">
                <a:solidFill>
                  <a:srgbClr val="15181C"/>
                </a:solidFill>
                <a:latin typeface="SUITE Medium"/>
                <a:ea typeface="SUITE Medium"/>
              </a:rPr>
              <a:t> </a:t>
            </a:r>
            <a:r>
              <a:rPr sz="1200" b="0" dirty="0">
                <a:solidFill>
                  <a:srgbClr val="15181C"/>
                </a:solidFill>
                <a:latin typeface="SUITE Medium"/>
                <a:ea typeface="SUITE Medium"/>
              </a:rPr>
              <a:t>수 </a:t>
            </a:r>
            <a:r>
              <a:rPr sz="1200" b="0" dirty="0" err="1">
                <a:solidFill>
                  <a:srgbClr val="15181C"/>
                </a:solidFill>
                <a:latin typeface="SUITE Medium"/>
                <a:ea typeface="SUITE Medium"/>
              </a:rPr>
              <a:t>있다</a:t>
            </a:r>
            <a:r>
              <a:rPr sz="1200" b="0" dirty="0">
                <a:solidFill>
                  <a:srgbClr val="15181C"/>
                </a:solidFill>
                <a:latin typeface="SUITE Medium"/>
                <a:ea typeface="SUITE Medium"/>
              </a:rPr>
              <a:t>. </a:t>
            </a:r>
            <a:r>
              <a:rPr sz="1200" b="0" dirty="0" err="1">
                <a:solidFill>
                  <a:srgbClr val="15181C"/>
                </a:solidFill>
                <a:latin typeface="SUITE Medium"/>
                <a:ea typeface="SUITE Medium"/>
              </a:rPr>
              <a:t>비워두면</a:t>
            </a:r>
            <a:r>
              <a:rPr sz="1200" b="0" dirty="0">
                <a:solidFill>
                  <a:srgbClr val="15181C"/>
                </a:solidFill>
                <a:latin typeface="SUITE Medium"/>
                <a:ea typeface="SUITE Medium"/>
              </a:rPr>
              <a:t> </a:t>
            </a:r>
            <a:r>
              <a:rPr sz="1200" b="0" dirty="0" err="1">
                <a:solidFill>
                  <a:srgbClr val="15181C"/>
                </a:solidFill>
                <a:latin typeface="SUITE Medium"/>
                <a:ea typeface="SUITE Medium"/>
              </a:rPr>
              <a:t>게이지가</a:t>
            </a:r>
            <a:r>
              <a:rPr sz="1200" b="0" dirty="0">
                <a:solidFill>
                  <a:srgbClr val="15181C"/>
                </a:solidFill>
                <a:latin typeface="SUITE Medium"/>
                <a:ea typeface="SUITE Medium"/>
              </a:rPr>
              <a:t> </a:t>
            </a:r>
            <a:r>
              <a:rPr sz="1200" b="0" dirty="0" err="1">
                <a:solidFill>
                  <a:srgbClr val="15181C"/>
                </a:solidFill>
                <a:latin typeface="SUITE Medium"/>
                <a:ea typeface="SUITE Medium"/>
              </a:rPr>
              <a:t>서서히</a:t>
            </a:r>
            <a:r>
              <a:rPr sz="1200" b="0" dirty="0">
                <a:solidFill>
                  <a:srgbClr val="15181C"/>
                </a:solidFill>
                <a:latin typeface="SUITE Medium"/>
                <a:ea typeface="SUITE Medium"/>
              </a:rPr>
              <a:t> </a:t>
            </a:r>
            <a:r>
              <a:rPr sz="1200" b="0" dirty="0" err="1">
                <a:solidFill>
                  <a:srgbClr val="15181C"/>
                </a:solidFill>
                <a:latin typeface="SUITE Medium"/>
                <a:ea typeface="SUITE Medium"/>
              </a:rPr>
              <a:t>빠진다</a:t>
            </a:r>
            <a:endParaRPr sz="1200" b="0" dirty="0">
              <a:solidFill>
                <a:srgbClr val="15181C"/>
              </a:solidFill>
              <a:latin typeface="SUITE Medium"/>
              <a:ea typeface="SUITE Medium"/>
            </a:endParaRPr>
          </a:p>
          <a:p>
            <a:pPr marL="201168" indent="-201168" algn="l">
              <a:lnSpc>
                <a:spcPct val="125000"/>
              </a:lnSpc>
              <a:spcAft>
                <a:spcPts val="300"/>
              </a:spcAft>
              <a:buClr>
                <a:srgbClr val="A0A6AE"/>
              </a:buClr>
              <a:buChar char="•"/>
            </a:pPr>
            <a:r>
              <a:rPr sz="1200" b="0" dirty="0" err="1">
                <a:solidFill>
                  <a:srgbClr val="15181C"/>
                </a:solidFill>
                <a:latin typeface="SUITE Medium"/>
                <a:ea typeface="SUITE Medium"/>
              </a:rPr>
              <a:t>아군과</a:t>
            </a:r>
            <a:r>
              <a:rPr sz="1200" b="0" dirty="0">
                <a:solidFill>
                  <a:srgbClr val="15181C"/>
                </a:solidFill>
                <a:latin typeface="SUITE Medium"/>
                <a:ea typeface="SUITE Medium"/>
              </a:rPr>
              <a:t> </a:t>
            </a:r>
            <a:r>
              <a:rPr sz="1200" b="0" dirty="0" err="1">
                <a:solidFill>
                  <a:srgbClr val="15181C"/>
                </a:solidFill>
                <a:latin typeface="SUITE Medium"/>
                <a:ea typeface="SUITE Medium"/>
              </a:rPr>
              <a:t>적이</a:t>
            </a:r>
            <a:r>
              <a:rPr sz="1200" b="0" dirty="0">
                <a:solidFill>
                  <a:srgbClr val="15181C"/>
                </a:solidFill>
                <a:latin typeface="SUITE Medium"/>
                <a:ea typeface="SUITE Medium"/>
              </a:rPr>
              <a:t> </a:t>
            </a:r>
            <a:r>
              <a:rPr sz="1200" b="0" dirty="0" err="1">
                <a:solidFill>
                  <a:srgbClr val="15181C"/>
                </a:solidFill>
                <a:latin typeface="SUITE Medium"/>
                <a:ea typeface="SUITE Medium"/>
              </a:rPr>
              <a:t>함께</a:t>
            </a:r>
            <a:r>
              <a:rPr sz="1200" b="0" dirty="0">
                <a:solidFill>
                  <a:srgbClr val="15181C"/>
                </a:solidFill>
                <a:latin typeface="SUITE Medium"/>
                <a:ea typeface="SUITE Medium"/>
              </a:rPr>
              <a:t> 서 </a:t>
            </a:r>
            <a:r>
              <a:rPr sz="1200" b="0" dirty="0" err="1">
                <a:solidFill>
                  <a:srgbClr val="15181C"/>
                </a:solidFill>
                <a:latin typeface="SUITE Medium"/>
                <a:ea typeface="SUITE Medium"/>
              </a:rPr>
              <a:t>있으면</a:t>
            </a:r>
            <a:r>
              <a:rPr sz="1200" b="0" dirty="0">
                <a:solidFill>
                  <a:srgbClr val="15181C"/>
                </a:solidFill>
                <a:latin typeface="SUITE Medium"/>
                <a:ea typeface="SUITE Medium"/>
              </a:rPr>
              <a:t> </a:t>
            </a:r>
            <a:r>
              <a:rPr sz="1200" b="0" dirty="0" err="1">
                <a:solidFill>
                  <a:srgbClr val="15181C"/>
                </a:solidFill>
                <a:latin typeface="SUITE Medium"/>
                <a:ea typeface="SUITE Medium"/>
              </a:rPr>
              <a:t>게이지가</a:t>
            </a:r>
            <a:r>
              <a:rPr sz="1200" b="0" dirty="0">
                <a:solidFill>
                  <a:srgbClr val="15181C"/>
                </a:solidFill>
                <a:latin typeface="SUITE Medium"/>
                <a:ea typeface="SUITE Medium"/>
              </a:rPr>
              <a:t> </a:t>
            </a:r>
            <a:r>
              <a:rPr sz="1200" b="0" dirty="0" err="1">
                <a:solidFill>
                  <a:srgbClr val="15181C"/>
                </a:solidFill>
                <a:latin typeface="SUITE Medium"/>
                <a:ea typeface="SUITE Medium"/>
              </a:rPr>
              <a:t>멈춘다</a:t>
            </a:r>
            <a:r>
              <a:rPr sz="1200" b="0" dirty="0">
                <a:solidFill>
                  <a:srgbClr val="15181C"/>
                </a:solidFill>
                <a:latin typeface="SUITE Medium"/>
                <a:ea typeface="SUITE Medium"/>
              </a:rPr>
              <a:t>. </a:t>
            </a:r>
            <a:r>
              <a:rPr sz="1200" b="0" dirty="0" err="1">
                <a:solidFill>
                  <a:srgbClr val="15181C"/>
                </a:solidFill>
                <a:latin typeface="SUITE Medium"/>
                <a:ea typeface="SUITE Medium"/>
              </a:rPr>
              <a:t>밀어내거나</a:t>
            </a:r>
            <a:r>
              <a:rPr sz="1200" b="0" dirty="0">
                <a:solidFill>
                  <a:srgbClr val="15181C"/>
                </a:solidFill>
                <a:latin typeface="SUITE Medium"/>
                <a:ea typeface="SUITE Medium"/>
              </a:rPr>
              <a:t>, </a:t>
            </a:r>
            <a:r>
              <a:rPr sz="1200" b="0" dirty="0" err="1">
                <a:solidFill>
                  <a:srgbClr val="15181C"/>
                </a:solidFill>
                <a:latin typeface="SUITE Medium"/>
                <a:ea typeface="SUITE Medium"/>
              </a:rPr>
              <a:t>빈틈을</a:t>
            </a:r>
            <a:r>
              <a:rPr sz="1200" b="0" dirty="0">
                <a:solidFill>
                  <a:srgbClr val="15181C"/>
                </a:solidFill>
                <a:latin typeface="SUITE Medium"/>
                <a:ea typeface="SUITE Medium"/>
              </a:rPr>
              <a:t> </a:t>
            </a:r>
            <a:r>
              <a:rPr sz="1200" b="0" dirty="0" err="1">
                <a:solidFill>
                  <a:srgbClr val="15181C"/>
                </a:solidFill>
                <a:latin typeface="SUITE Medium"/>
                <a:ea typeface="SUITE Medium"/>
              </a:rPr>
              <a:t>노리거나</a:t>
            </a:r>
            <a:r>
              <a:rPr sz="1200" b="0" dirty="0">
                <a:solidFill>
                  <a:srgbClr val="15181C"/>
                </a:solidFill>
                <a:latin typeface="SUITE Medium"/>
                <a:ea typeface="SUITE Medium"/>
              </a:rPr>
              <a:t>, </a:t>
            </a:r>
            <a:r>
              <a:rPr sz="1200" b="0" dirty="0" err="1">
                <a:solidFill>
                  <a:srgbClr val="15181C"/>
                </a:solidFill>
                <a:latin typeface="SUITE Medium"/>
                <a:ea typeface="SUITE Medium"/>
              </a:rPr>
              <a:t>죽인다</a:t>
            </a:r>
            <a:endParaRPr sz="1200" b="0" dirty="0">
              <a:solidFill>
                <a:srgbClr val="15181C"/>
              </a:solidFill>
              <a:latin typeface="SUITE Medium"/>
              <a:ea typeface="SUITE Medium"/>
            </a:endParaRPr>
          </a:p>
          <a:p>
            <a:pPr marL="201168" indent="-201168" algn="l">
              <a:lnSpc>
                <a:spcPct val="125000"/>
              </a:lnSpc>
              <a:spcAft>
                <a:spcPts val="300"/>
              </a:spcAft>
              <a:buClr>
                <a:srgbClr val="A0A6AE"/>
              </a:buClr>
              <a:buChar char="•"/>
            </a:pPr>
            <a:r>
              <a:rPr sz="1200" b="0" dirty="0" err="1">
                <a:solidFill>
                  <a:srgbClr val="15181C"/>
                </a:solidFill>
                <a:latin typeface="SUITE Medium"/>
                <a:ea typeface="SUITE Medium"/>
              </a:rPr>
              <a:t>거점</a:t>
            </a:r>
            <a:r>
              <a:rPr sz="1200" b="0" dirty="0">
                <a:solidFill>
                  <a:srgbClr val="15181C"/>
                </a:solidFill>
                <a:latin typeface="SUITE Medium"/>
                <a:ea typeface="SUITE Medium"/>
              </a:rPr>
              <a:t> 위 </a:t>
            </a:r>
            <a:r>
              <a:rPr sz="1200" b="0" dirty="0" err="1">
                <a:solidFill>
                  <a:srgbClr val="15181C"/>
                </a:solidFill>
                <a:latin typeface="SUITE Medium"/>
                <a:ea typeface="SUITE Medium"/>
              </a:rPr>
              <a:t>인원이</a:t>
            </a:r>
            <a:r>
              <a:rPr sz="1200" b="0" dirty="0">
                <a:solidFill>
                  <a:srgbClr val="15181C"/>
                </a:solidFill>
                <a:latin typeface="SUITE Medium"/>
                <a:ea typeface="SUITE Medium"/>
              </a:rPr>
              <a:t> </a:t>
            </a:r>
            <a:r>
              <a:rPr sz="1200" b="0" dirty="0" err="1">
                <a:solidFill>
                  <a:srgbClr val="15181C"/>
                </a:solidFill>
                <a:latin typeface="SUITE Medium"/>
                <a:ea typeface="SUITE Medium"/>
              </a:rPr>
              <a:t>많을수록</a:t>
            </a:r>
            <a:r>
              <a:rPr sz="1200" b="0" dirty="0">
                <a:solidFill>
                  <a:srgbClr val="15181C"/>
                </a:solidFill>
                <a:latin typeface="SUITE Medium"/>
                <a:ea typeface="SUITE Medium"/>
              </a:rPr>
              <a:t> </a:t>
            </a:r>
            <a:r>
              <a:rPr sz="1200" b="0" dirty="0" err="1">
                <a:solidFill>
                  <a:srgbClr val="15181C"/>
                </a:solidFill>
                <a:latin typeface="SUITE Medium"/>
                <a:ea typeface="SUITE Medium"/>
              </a:rPr>
              <a:t>빨리</a:t>
            </a:r>
            <a:r>
              <a:rPr sz="1200" b="0" dirty="0">
                <a:solidFill>
                  <a:srgbClr val="15181C"/>
                </a:solidFill>
                <a:latin typeface="SUITE Medium"/>
                <a:ea typeface="SUITE Medium"/>
              </a:rPr>
              <a:t> </a:t>
            </a:r>
            <a:r>
              <a:rPr sz="1200" b="0" dirty="0" err="1">
                <a:solidFill>
                  <a:srgbClr val="15181C"/>
                </a:solidFill>
                <a:latin typeface="SUITE Medium"/>
                <a:ea typeface="SUITE Medium"/>
              </a:rPr>
              <a:t>찬다</a:t>
            </a:r>
            <a:r>
              <a:rPr sz="1200" b="0" dirty="0">
                <a:solidFill>
                  <a:srgbClr val="15181C"/>
                </a:solidFill>
                <a:latin typeface="SUITE Medium"/>
                <a:ea typeface="SUITE Medium"/>
              </a:rPr>
              <a:t> (2기 1.5배, 3기 2배)</a:t>
            </a:r>
          </a:p>
          <a:p>
            <a:pPr marL="201168" indent="-201168" algn="l">
              <a:lnSpc>
                <a:spcPct val="125000"/>
              </a:lnSpc>
              <a:buClr>
                <a:srgbClr val="A0A6AE"/>
              </a:buClr>
              <a:buChar char="•"/>
            </a:pPr>
            <a:r>
              <a:rPr sz="1200" b="0" dirty="0" err="1">
                <a:solidFill>
                  <a:srgbClr val="15181C"/>
                </a:solidFill>
                <a:latin typeface="SUITE Medium"/>
                <a:ea typeface="SUITE Medium"/>
              </a:rPr>
              <a:t>시간</a:t>
            </a:r>
            <a:r>
              <a:rPr sz="1200" b="0" dirty="0">
                <a:solidFill>
                  <a:srgbClr val="15181C"/>
                </a:solidFill>
                <a:latin typeface="SUITE Medium"/>
                <a:ea typeface="SUITE Medium"/>
              </a:rPr>
              <a:t> </a:t>
            </a:r>
            <a:r>
              <a:rPr sz="1200" b="0" dirty="0" err="1">
                <a:solidFill>
                  <a:srgbClr val="15181C"/>
                </a:solidFill>
                <a:latin typeface="SUITE Medium"/>
                <a:ea typeface="SUITE Medium"/>
              </a:rPr>
              <a:t>종료</a:t>
            </a:r>
            <a:r>
              <a:rPr sz="1200" b="0" dirty="0">
                <a:solidFill>
                  <a:srgbClr val="15181C"/>
                </a:solidFill>
                <a:latin typeface="SUITE Medium"/>
                <a:ea typeface="SUITE Medium"/>
              </a:rPr>
              <a:t> 시 </a:t>
            </a:r>
            <a:r>
              <a:rPr sz="1200" b="0" dirty="0" err="1">
                <a:solidFill>
                  <a:srgbClr val="15181C"/>
                </a:solidFill>
                <a:latin typeface="SUITE Medium"/>
                <a:ea typeface="SUITE Medium"/>
              </a:rPr>
              <a:t>거점</a:t>
            </a:r>
            <a:r>
              <a:rPr sz="1200" b="0" dirty="0">
                <a:solidFill>
                  <a:srgbClr val="15181C"/>
                </a:solidFill>
                <a:latin typeface="SUITE Medium"/>
                <a:ea typeface="SUITE Medium"/>
              </a:rPr>
              <a:t> 수, </a:t>
            </a:r>
            <a:r>
              <a:rPr sz="1200" b="0" dirty="0" err="1">
                <a:solidFill>
                  <a:srgbClr val="15181C"/>
                </a:solidFill>
                <a:latin typeface="SUITE Medium"/>
                <a:ea typeface="SUITE Medium"/>
              </a:rPr>
              <a:t>그다음</a:t>
            </a:r>
            <a:r>
              <a:rPr sz="1200" b="0" dirty="0">
                <a:solidFill>
                  <a:srgbClr val="15181C"/>
                </a:solidFill>
                <a:latin typeface="SUITE Medium"/>
                <a:ea typeface="SUITE Medium"/>
              </a:rPr>
              <a:t> </a:t>
            </a:r>
            <a:r>
              <a:rPr sz="1200" b="0" dirty="0" err="1">
                <a:solidFill>
                  <a:srgbClr val="15181C"/>
                </a:solidFill>
                <a:latin typeface="SUITE Medium"/>
                <a:ea typeface="SUITE Medium"/>
              </a:rPr>
              <a:t>생존자</a:t>
            </a:r>
            <a:r>
              <a:rPr sz="1200" b="0" dirty="0">
                <a:solidFill>
                  <a:srgbClr val="15181C"/>
                </a:solidFill>
                <a:latin typeface="SUITE Medium"/>
                <a:ea typeface="SUITE Medium"/>
              </a:rPr>
              <a:t> 수. </a:t>
            </a:r>
            <a:r>
              <a:rPr sz="1200" b="0" dirty="0" err="1">
                <a:solidFill>
                  <a:srgbClr val="15181C"/>
                </a:solidFill>
                <a:latin typeface="SUITE Medium"/>
                <a:ea typeface="SUITE Medium"/>
              </a:rPr>
              <a:t>같으면</a:t>
            </a:r>
            <a:r>
              <a:rPr sz="1200" b="0" dirty="0">
                <a:solidFill>
                  <a:srgbClr val="15181C"/>
                </a:solidFill>
                <a:latin typeface="SUITE Medium"/>
                <a:ea typeface="SUITE Medium"/>
              </a:rPr>
              <a:t> </a:t>
            </a:r>
            <a:r>
              <a:rPr sz="1200" b="0" dirty="0" err="1">
                <a:solidFill>
                  <a:srgbClr val="15181C"/>
                </a:solidFill>
                <a:latin typeface="SUITE Medium"/>
                <a:ea typeface="SUITE Medium"/>
              </a:rPr>
              <a:t>추가시간</a:t>
            </a:r>
            <a:r>
              <a:rPr sz="1200" b="0" dirty="0">
                <a:solidFill>
                  <a:srgbClr val="15181C"/>
                </a:solidFill>
                <a:latin typeface="SUITE Medium"/>
                <a:ea typeface="SUITE Medium"/>
              </a:rPr>
              <a:t>, 첫 킬 </a:t>
            </a:r>
            <a:r>
              <a:rPr sz="1200" b="0" dirty="0" err="1">
                <a:solidFill>
                  <a:srgbClr val="15181C"/>
                </a:solidFill>
                <a:latin typeface="SUITE Medium"/>
                <a:ea typeface="SUITE Medium"/>
              </a:rPr>
              <a:t>또는</a:t>
            </a:r>
            <a:r>
              <a:rPr sz="1200" b="0" dirty="0">
                <a:solidFill>
                  <a:srgbClr val="15181C"/>
                </a:solidFill>
                <a:latin typeface="SUITE Medium"/>
                <a:ea typeface="SUITE Medium"/>
              </a:rPr>
              <a:t> 첫 </a:t>
            </a:r>
            <a:r>
              <a:rPr sz="1200" b="0" dirty="0" err="1">
                <a:solidFill>
                  <a:srgbClr val="15181C"/>
                </a:solidFill>
                <a:latin typeface="SUITE Medium"/>
                <a:ea typeface="SUITE Medium"/>
              </a:rPr>
              <a:t>탈환이</a:t>
            </a:r>
            <a:r>
              <a:rPr sz="1200" b="0" dirty="0">
                <a:solidFill>
                  <a:srgbClr val="15181C"/>
                </a:solidFill>
                <a:latin typeface="SUITE Medium"/>
                <a:ea typeface="SUITE Medium"/>
              </a:rPr>
              <a:t> </a:t>
            </a:r>
            <a:r>
              <a:rPr sz="1200" b="0" dirty="0" err="1">
                <a:solidFill>
                  <a:srgbClr val="15181C"/>
                </a:solidFill>
                <a:latin typeface="SUITE Medium"/>
                <a:ea typeface="SUITE Medium"/>
              </a:rPr>
              <a:t>승리</a:t>
            </a:r>
            <a:endParaRPr sz="1200" b="0" dirty="0">
              <a:solidFill>
                <a:srgbClr val="15181C"/>
              </a:solidFill>
              <a:latin typeface="SUITE Medium"/>
              <a:ea typeface="SUITE Medium"/>
            </a:endParaRPr>
          </a:p>
        </p:txBody>
      </p:sp>
      <p:cxnSp>
        <p:nvCxnSpPr>
          <p:cNvPr id="13" name="Connector 12"/>
          <p:cNvCxnSpPr/>
          <p:nvPr/>
        </p:nvCxnSpPr>
        <p:spPr>
          <a:xfrm>
            <a:off x="6080760" y="1554480"/>
            <a:ext cx="0" cy="4480560"/>
          </a:xfrm>
          <a:prstGeom prst="line">
            <a:avLst/>
          </a:prstGeom>
          <a:ln w="9525">
            <a:solidFill>
              <a:srgbClr val="E3E6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400800" y="1463040"/>
            <a:ext cx="5212080" cy="247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buNone/>
            </a:pPr>
            <a:r>
              <a:rPr sz="1400" b="0" dirty="0" err="1">
                <a:solidFill>
                  <a:srgbClr val="15181C"/>
                </a:solidFill>
                <a:latin typeface="SUITE SemiBold"/>
                <a:ea typeface="SUITE SemiBold"/>
              </a:rPr>
              <a:t>랜덤</a:t>
            </a:r>
            <a:r>
              <a:rPr sz="1400" b="0" dirty="0">
                <a:solidFill>
                  <a:srgbClr val="15181C"/>
                </a:solidFill>
                <a:latin typeface="SUITE SemiBold"/>
                <a:ea typeface="SUITE SemiBold"/>
              </a:rPr>
              <a:t> </a:t>
            </a:r>
            <a:r>
              <a:rPr sz="1400" b="0" dirty="0" err="1">
                <a:solidFill>
                  <a:srgbClr val="15181C"/>
                </a:solidFill>
                <a:latin typeface="SUITE SemiBold"/>
                <a:ea typeface="SUITE SemiBold"/>
              </a:rPr>
              <a:t>규칙</a:t>
            </a:r>
            <a:r>
              <a:rPr sz="1400" b="0" dirty="0">
                <a:solidFill>
                  <a:srgbClr val="15181C"/>
                </a:solidFill>
                <a:latin typeface="SUITE SemiBold"/>
                <a:ea typeface="SUITE SemiBold"/>
              </a:rPr>
              <a:t> 6종. 1라운드 </a:t>
            </a:r>
            <a:r>
              <a:rPr lang="ko-KR" altLang="en-US" sz="1400" b="0" dirty="0" smtClean="0">
                <a:solidFill>
                  <a:srgbClr val="15181C"/>
                </a:solidFill>
                <a:latin typeface="SUITE SemiBold"/>
                <a:ea typeface="SUITE SemiBold"/>
              </a:rPr>
              <a:t>등장 확률 </a:t>
            </a:r>
            <a:r>
              <a:rPr sz="1400" b="0" dirty="0" smtClean="0">
                <a:solidFill>
                  <a:srgbClr val="15181C"/>
                </a:solidFill>
                <a:latin typeface="SUITE SemiBold"/>
                <a:ea typeface="SUITE SemiBold"/>
              </a:rPr>
              <a:t>50</a:t>
            </a:r>
            <a:r>
              <a:rPr sz="1400" b="0" dirty="0">
                <a:solidFill>
                  <a:srgbClr val="15181C"/>
                </a:solidFill>
                <a:latin typeface="SUITE SemiBold"/>
                <a:ea typeface="SUITE SemiBold"/>
              </a:rPr>
              <a:t>%, </a:t>
            </a:r>
            <a:r>
              <a:rPr sz="1400" b="0" dirty="0" err="1">
                <a:solidFill>
                  <a:srgbClr val="15181C"/>
                </a:solidFill>
                <a:latin typeface="SUITE SemiBold"/>
                <a:ea typeface="SUITE SemiBold"/>
              </a:rPr>
              <a:t>이후</a:t>
            </a:r>
            <a:r>
              <a:rPr sz="1400" b="0" dirty="0">
                <a:solidFill>
                  <a:srgbClr val="15181C"/>
                </a:solidFill>
                <a:latin typeface="SUITE SemiBold"/>
                <a:ea typeface="SUITE SemiBold"/>
              </a:rPr>
              <a:t> 80%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1965960"/>
            <a:ext cx="15544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buNone/>
            </a:pPr>
            <a:r>
              <a:rPr sz="1350" b="0" dirty="0" err="1">
                <a:solidFill>
                  <a:srgbClr val="15181C"/>
                </a:solidFill>
                <a:latin typeface="SUITE SemiBold"/>
                <a:ea typeface="SUITE SemiBold"/>
              </a:rPr>
              <a:t>거점</a:t>
            </a:r>
            <a:r>
              <a:rPr sz="1350" b="0" dirty="0">
                <a:solidFill>
                  <a:srgbClr val="15181C"/>
                </a:solidFill>
                <a:latin typeface="SUITE SemiBold"/>
                <a:ea typeface="SUITE SemiBold"/>
              </a:rPr>
              <a:t> </a:t>
            </a:r>
            <a:r>
              <a:rPr sz="1350" b="0" dirty="0" err="1">
                <a:solidFill>
                  <a:srgbClr val="15181C"/>
                </a:solidFill>
                <a:latin typeface="SUITE SemiBold"/>
                <a:ea typeface="SUITE SemiBold"/>
              </a:rPr>
              <a:t>봉쇄</a:t>
            </a:r>
            <a:endParaRPr sz="1350" b="0" dirty="0">
              <a:solidFill>
                <a:srgbClr val="15181C"/>
              </a:solidFill>
              <a:latin typeface="SUITE SemiBold"/>
              <a:ea typeface="SUITE SemiBold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001000" y="1984248"/>
            <a:ext cx="3611880" cy="2123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buNone/>
            </a:pPr>
            <a:r>
              <a:rPr sz="1200" b="0" dirty="0" err="1">
                <a:solidFill>
                  <a:srgbClr val="6B7280"/>
                </a:solidFill>
                <a:latin typeface="SUITE Medium"/>
                <a:ea typeface="SUITE Medium"/>
              </a:rPr>
              <a:t>거점</a:t>
            </a:r>
            <a:r>
              <a:rPr sz="1200" b="0" dirty="0">
                <a:solidFill>
                  <a:srgbClr val="6B7280"/>
                </a:solidFill>
                <a:latin typeface="SUITE Medium"/>
                <a:ea typeface="SUITE Medium"/>
              </a:rPr>
              <a:t> </a:t>
            </a:r>
            <a:r>
              <a:rPr sz="1200" b="0" dirty="0" err="1">
                <a:solidFill>
                  <a:srgbClr val="6B7280"/>
                </a:solidFill>
                <a:latin typeface="SUITE Medium"/>
                <a:ea typeface="SUITE Medium"/>
              </a:rPr>
              <a:t>하나만</a:t>
            </a:r>
            <a:r>
              <a:rPr sz="1200" b="0" dirty="0">
                <a:solidFill>
                  <a:srgbClr val="6B7280"/>
                </a:solidFill>
                <a:latin typeface="SUITE Medium"/>
                <a:ea typeface="SUITE Medium"/>
              </a:rPr>
              <a:t> </a:t>
            </a:r>
            <a:r>
              <a:rPr sz="1200" b="0" dirty="0" err="1">
                <a:solidFill>
                  <a:srgbClr val="6B7280"/>
                </a:solidFill>
                <a:latin typeface="SUITE Medium"/>
                <a:ea typeface="SUITE Medium"/>
              </a:rPr>
              <a:t>열린다</a:t>
            </a:r>
            <a:r>
              <a:rPr sz="1200" b="0" dirty="0">
                <a:solidFill>
                  <a:srgbClr val="6B7280"/>
                </a:solidFill>
                <a:latin typeface="SUITE Medium"/>
                <a:ea typeface="SUITE Medium"/>
              </a:rPr>
              <a:t>. </a:t>
            </a:r>
            <a:r>
              <a:rPr lang="ko-KR" altLang="en-US" sz="1200" dirty="0" smtClean="0">
                <a:solidFill>
                  <a:srgbClr val="6B7280"/>
                </a:solidFill>
                <a:latin typeface="SUITE Medium"/>
                <a:ea typeface="SUITE Medium"/>
              </a:rPr>
              <a:t>해당 거점이 점령되어야</a:t>
            </a:r>
            <a:r>
              <a:rPr sz="1200" b="0" dirty="0" smtClean="0">
                <a:solidFill>
                  <a:srgbClr val="6B7280"/>
                </a:solidFill>
                <a:latin typeface="SUITE Medium"/>
                <a:ea typeface="SUITE Medium"/>
              </a:rPr>
              <a:t> </a:t>
            </a:r>
            <a:r>
              <a:rPr sz="1200" b="0" dirty="0" err="1">
                <a:solidFill>
                  <a:srgbClr val="6B7280"/>
                </a:solidFill>
                <a:latin typeface="SUITE Medium"/>
                <a:ea typeface="SUITE Medium"/>
              </a:rPr>
              <a:t>다음이</a:t>
            </a:r>
            <a:r>
              <a:rPr sz="1200" b="0" dirty="0">
                <a:solidFill>
                  <a:srgbClr val="6B7280"/>
                </a:solidFill>
                <a:latin typeface="SUITE Medium"/>
                <a:ea typeface="SUITE Medium"/>
              </a:rPr>
              <a:t> </a:t>
            </a:r>
            <a:r>
              <a:rPr sz="1200" b="0" dirty="0" err="1">
                <a:solidFill>
                  <a:srgbClr val="6B7280"/>
                </a:solidFill>
                <a:latin typeface="SUITE Medium"/>
                <a:ea typeface="SUITE Medium"/>
              </a:rPr>
              <a:t>열린다</a:t>
            </a:r>
            <a:endParaRPr sz="1200" b="0" dirty="0">
              <a:solidFill>
                <a:srgbClr val="6B7280"/>
              </a:solidFill>
              <a:latin typeface="SUITE Medium"/>
              <a:ea typeface="SUITE Medium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400800" y="2514600"/>
            <a:ext cx="15544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buNone/>
            </a:pPr>
            <a:r>
              <a:rPr sz="1350" b="0">
                <a:solidFill>
                  <a:srgbClr val="15181C"/>
                </a:solidFill>
                <a:latin typeface="SUITE SemiBold"/>
                <a:ea typeface="SUITE SemiBold"/>
              </a:rPr>
              <a:t>탈환 불가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01000" y="2532888"/>
            <a:ext cx="3611880" cy="2123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buNone/>
            </a:pPr>
            <a:r>
              <a:rPr sz="1200" b="0" dirty="0">
                <a:solidFill>
                  <a:srgbClr val="6B7280"/>
                </a:solidFill>
                <a:latin typeface="SUITE Medium"/>
                <a:ea typeface="SUITE Medium"/>
              </a:rPr>
              <a:t>한 번 </a:t>
            </a:r>
            <a:r>
              <a:rPr sz="1200" b="0" dirty="0" err="1">
                <a:solidFill>
                  <a:srgbClr val="6B7280"/>
                </a:solidFill>
                <a:latin typeface="SUITE Medium"/>
                <a:ea typeface="SUITE Medium"/>
              </a:rPr>
              <a:t>점령된</a:t>
            </a:r>
            <a:r>
              <a:rPr sz="1200" b="0" dirty="0">
                <a:solidFill>
                  <a:srgbClr val="6B7280"/>
                </a:solidFill>
                <a:latin typeface="SUITE Medium"/>
                <a:ea typeface="SUITE Medium"/>
              </a:rPr>
              <a:t> </a:t>
            </a:r>
            <a:r>
              <a:rPr sz="1200" b="0" dirty="0" err="1" smtClean="0">
                <a:solidFill>
                  <a:srgbClr val="6B7280"/>
                </a:solidFill>
                <a:latin typeface="SUITE Medium"/>
                <a:ea typeface="SUITE Medium"/>
              </a:rPr>
              <a:t>거점</a:t>
            </a:r>
            <a:r>
              <a:rPr lang="ko-KR" altLang="en-US" sz="1200" b="0" dirty="0" smtClean="0">
                <a:solidFill>
                  <a:srgbClr val="6B7280"/>
                </a:solidFill>
                <a:latin typeface="SUITE Medium"/>
                <a:ea typeface="SUITE Medium"/>
              </a:rPr>
              <a:t>은</a:t>
            </a:r>
            <a:r>
              <a:rPr sz="1200" b="0" dirty="0" smtClean="0">
                <a:solidFill>
                  <a:srgbClr val="6B7280"/>
                </a:solidFill>
                <a:latin typeface="SUITE Medium"/>
                <a:ea typeface="SUITE Medium"/>
              </a:rPr>
              <a:t> </a:t>
            </a:r>
            <a:r>
              <a:rPr sz="1200" b="0" dirty="0" err="1">
                <a:solidFill>
                  <a:srgbClr val="6B7280"/>
                </a:solidFill>
                <a:latin typeface="SUITE Medium"/>
                <a:ea typeface="SUITE Medium"/>
              </a:rPr>
              <a:t>되찾을</a:t>
            </a:r>
            <a:r>
              <a:rPr sz="1200" b="0" dirty="0">
                <a:solidFill>
                  <a:srgbClr val="6B7280"/>
                </a:solidFill>
                <a:latin typeface="SUITE Medium"/>
                <a:ea typeface="SUITE Medium"/>
              </a:rPr>
              <a:t> 수 </a:t>
            </a:r>
            <a:r>
              <a:rPr sz="1200" b="0" dirty="0" err="1">
                <a:solidFill>
                  <a:srgbClr val="6B7280"/>
                </a:solidFill>
                <a:latin typeface="SUITE Medium"/>
                <a:ea typeface="SUITE Medium"/>
              </a:rPr>
              <a:t>없다</a:t>
            </a:r>
            <a:endParaRPr sz="1200" b="0" dirty="0">
              <a:solidFill>
                <a:srgbClr val="6B7280"/>
              </a:solidFill>
              <a:latin typeface="SUITE Medium"/>
              <a:ea typeface="SUITE Medium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400800" y="3063239"/>
            <a:ext cx="15544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buNone/>
            </a:pPr>
            <a:r>
              <a:rPr sz="1350" b="0">
                <a:solidFill>
                  <a:srgbClr val="15181C"/>
                </a:solidFill>
                <a:latin typeface="SUITE SemiBold"/>
                <a:ea typeface="SUITE SemiBold"/>
              </a:rPr>
              <a:t>고지 장악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01000" y="3081527"/>
            <a:ext cx="3611880" cy="2123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buNone/>
            </a:pPr>
            <a:r>
              <a:rPr sz="1200" b="0" dirty="0" err="1">
                <a:solidFill>
                  <a:srgbClr val="6B7280"/>
                </a:solidFill>
                <a:latin typeface="SUITE Medium"/>
                <a:ea typeface="SUITE Medium"/>
              </a:rPr>
              <a:t>고지대에서</a:t>
            </a:r>
            <a:r>
              <a:rPr sz="1200" b="0" dirty="0">
                <a:solidFill>
                  <a:srgbClr val="6B7280"/>
                </a:solidFill>
                <a:latin typeface="SUITE Medium"/>
                <a:ea typeface="SUITE Medium"/>
              </a:rPr>
              <a:t> 쏜 </a:t>
            </a:r>
            <a:r>
              <a:rPr sz="1200" b="0" dirty="0" err="1">
                <a:solidFill>
                  <a:srgbClr val="6B7280"/>
                </a:solidFill>
                <a:latin typeface="SUITE Medium"/>
                <a:ea typeface="SUITE Medium"/>
              </a:rPr>
              <a:t>공격의</a:t>
            </a:r>
            <a:r>
              <a:rPr sz="1200" b="0" dirty="0">
                <a:solidFill>
                  <a:srgbClr val="6B7280"/>
                </a:solidFill>
                <a:latin typeface="SUITE Medium"/>
                <a:ea typeface="SUITE Medium"/>
              </a:rPr>
              <a:t> </a:t>
            </a:r>
            <a:r>
              <a:rPr sz="1200" b="0" dirty="0" err="1">
                <a:solidFill>
                  <a:srgbClr val="6B7280"/>
                </a:solidFill>
                <a:latin typeface="SUITE Medium"/>
                <a:ea typeface="SUITE Medium"/>
              </a:rPr>
              <a:t>피해가</a:t>
            </a:r>
            <a:r>
              <a:rPr sz="1200" b="0" dirty="0">
                <a:solidFill>
                  <a:srgbClr val="6B7280"/>
                </a:solidFill>
                <a:latin typeface="SUITE Medium"/>
                <a:ea typeface="SUITE Medium"/>
              </a:rPr>
              <a:t> 두 </a:t>
            </a:r>
            <a:r>
              <a:rPr sz="1200" b="0" dirty="0" smtClean="0">
                <a:solidFill>
                  <a:srgbClr val="6B7280"/>
                </a:solidFill>
                <a:latin typeface="SUITE Medium"/>
                <a:ea typeface="SUITE Medium"/>
              </a:rPr>
              <a:t>배</a:t>
            </a:r>
            <a:r>
              <a:rPr lang="ko-KR" altLang="en-US" sz="1200" b="0" dirty="0" smtClean="0">
                <a:solidFill>
                  <a:srgbClr val="6B7280"/>
                </a:solidFill>
                <a:latin typeface="SUITE Medium"/>
                <a:ea typeface="SUITE Medium"/>
              </a:rPr>
              <a:t>가 된다</a:t>
            </a:r>
            <a:r>
              <a:rPr lang="en-US" altLang="ko-KR" sz="1200" b="0" dirty="0" smtClean="0">
                <a:solidFill>
                  <a:srgbClr val="6B7280"/>
                </a:solidFill>
                <a:latin typeface="SUITE Medium"/>
                <a:ea typeface="SUITE Medium"/>
              </a:rPr>
              <a:t>.</a:t>
            </a:r>
            <a:endParaRPr sz="1200" b="0" dirty="0">
              <a:solidFill>
                <a:srgbClr val="6B7280"/>
              </a:solidFill>
              <a:latin typeface="SUITE Medium"/>
              <a:ea typeface="SUITE Medium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400800" y="3611879"/>
            <a:ext cx="15544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buNone/>
            </a:pPr>
            <a:r>
              <a:rPr sz="1350" b="0">
                <a:solidFill>
                  <a:srgbClr val="15181C"/>
                </a:solidFill>
                <a:latin typeface="SUITE SemiBold"/>
                <a:ea typeface="SUITE SemiBold"/>
              </a:rPr>
              <a:t>경보 해제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01000" y="3630168"/>
            <a:ext cx="3611880" cy="2123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buNone/>
            </a:pPr>
            <a:r>
              <a:rPr lang="ko-KR" altLang="en-US" sz="1200" b="0" dirty="0" smtClean="0">
                <a:solidFill>
                  <a:srgbClr val="6B7280"/>
                </a:solidFill>
                <a:latin typeface="SUITE Medium"/>
                <a:ea typeface="SUITE Medium"/>
              </a:rPr>
              <a:t>모두의 </a:t>
            </a:r>
            <a:r>
              <a:rPr sz="1200" b="0" dirty="0" err="1" smtClean="0">
                <a:solidFill>
                  <a:srgbClr val="6B7280"/>
                </a:solidFill>
                <a:latin typeface="SUITE Medium"/>
                <a:ea typeface="SUITE Medium"/>
              </a:rPr>
              <a:t>이동</a:t>
            </a:r>
            <a:r>
              <a:rPr sz="1200" b="0" dirty="0" smtClean="0">
                <a:solidFill>
                  <a:srgbClr val="6B7280"/>
                </a:solidFill>
                <a:latin typeface="SUITE Medium"/>
                <a:ea typeface="SUITE Medium"/>
              </a:rPr>
              <a:t> </a:t>
            </a:r>
            <a:r>
              <a:rPr sz="1200" b="0" dirty="0" err="1">
                <a:solidFill>
                  <a:srgbClr val="6B7280"/>
                </a:solidFill>
                <a:latin typeface="SUITE Medium"/>
                <a:ea typeface="SUITE Medium"/>
              </a:rPr>
              <a:t>거리가</a:t>
            </a:r>
            <a:r>
              <a:rPr sz="1200" b="0" dirty="0">
                <a:solidFill>
                  <a:srgbClr val="6B7280"/>
                </a:solidFill>
                <a:latin typeface="SUITE Medium"/>
                <a:ea typeface="SUITE Medium"/>
              </a:rPr>
              <a:t> 1.5</a:t>
            </a:r>
            <a:r>
              <a:rPr sz="1200" b="0" dirty="0" smtClean="0">
                <a:solidFill>
                  <a:srgbClr val="6B7280"/>
                </a:solidFill>
                <a:latin typeface="SUITE Medium"/>
                <a:ea typeface="SUITE Medium"/>
              </a:rPr>
              <a:t>배</a:t>
            </a:r>
            <a:r>
              <a:rPr lang="ko-KR" altLang="en-US" sz="1200" b="0" dirty="0" smtClean="0">
                <a:solidFill>
                  <a:srgbClr val="6B7280"/>
                </a:solidFill>
                <a:latin typeface="SUITE Medium"/>
                <a:ea typeface="SUITE Medium"/>
              </a:rPr>
              <a:t>가 된다</a:t>
            </a:r>
            <a:r>
              <a:rPr lang="en-US" altLang="ko-KR" sz="1200" b="0" dirty="0" smtClean="0">
                <a:solidFill>
                  <a:srgbClr val="6B7280"/>
                </a:solidFill>
                <a:latin typeface="SUITE Medium"/>
                <a:ea typeface="SUITE Medium"/>
              </a:rPr>
              <a:t>.</a:t>
            </a:r>
            <a:endParaRPr sz="1200" b="0" dirty="0">
              <a:solidFill>
                <a:srgbClr val="6B7280"/>
              </a:solidFill>
              <a:latin typeface="SUITE Medium"/>
              <a:ea typeface="SUITE Medium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400800" y="4160520"/>
            <a:ext cx="15544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buNone/>
            </a:pPr>
            <a:r>
              <a:rPr sz="1350" b="0">
                <a:solidFill>
                  <a:srgbClr val="15181C"/>
                </a:solidFill>
                <a:latin typeface="SUITE SemiBold"/>
                <a:ea typeface="SUITE SemiBold"/>
              </a:rPr>
              <a:t>단축 작전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01000" y="4178807"/>
            <a:ext cx="3611880" cy="2123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buNone/>
            </a:pPr>
            <a:r>
              <a:rPr lang="ko-KR" altLang="en-US" sz="1200" b="0" dirty="0" smtClean="0">
                <a:solidFill>
                  <a:srgbClr val="6B7280"/>
                </a:solidFill>
                <a:latin typeface="SUITE Medium"/>
                <a:ea typeface="SUITE Medium"/>
              </a:rPr>
              <a:t>라운드 </a:t>
            </a:r>
            <a:r>
              <a:rPr sz="1200" b="0" dirty="0" err="1" smtClean="0">
                <a:solidFill>
                  <a:srgbClr val="6B7280"/>
                </a:solidFill>
                <a:latin typeface="SUITE Medium"/>
                <a:ea typeface="SUITE Medium"/>
              </a:rPr>
              <a:t>제한시간이</a:t>
            </a:r>
            <a:r>
              <a:rPr sz="1200" b="0" dirty="0" smtClean="0">
                <a:solidFill>
                  <a:srgbClr val="6B7280"/>
                </a:solidFill>
                <a:latin typeface="SUITE Medium"/>
                <a:ea typeface="SUITE Medium"/>
              </a:rPr>
              <a:t> </a:t>
            </a:r>
            <a:r>
              <a:rPr sz="1200" b="0" dirty="0">
                <a:solidFill>
                  <a:srgbClr val="6B7280"/>
                </a:solidFill>
                <a:latin typeface="SUITE Medium"/>
                <a:ea typeface="SUITE Medium"/>
              </a:rPr>
              <a:t>30초 </a:t>
            </a:r>
            <a:r>
              <a:rPr sz="1200" b="0" dirty="0" smtClean="0">
                <a:solidFill>
                  <a:srgbClr val="6B7280"/>
                </a:solidFill>
                <a:latin typeface="SUITE Medium"/>
                <a:ea typeface="SUITE Medium"/>
              </a:rPr>
              <a:t>짧</a:t>
            </a:r>
            <a:r>
              <a:rPr lang="ko-KR" altLang="en-US" sz="1200" b="0" dirty="0" err="1" smtClean="0">
                <a:solidFill>
                  <a:srgbClr val="6B7280"/>
                </a:solidFill>
                <a:latin typeface="SUITE Medium"/>
                <a:ea typeface="SUITE Medium"/>
              </a:rPr>
              <a:t>아진다</a:t>
            </a:r>
            <a:r>
              <a:rPr lang="en-US" altLang="ko-KR" sz="1200" b="0" dirty="0" smtClean="0">
                <a:solidFill>
                  <a:srgbClr val="6B7280"/>
                </a:solidFill>
                <a:latin typeface="SUITE Medium"/>
                <a:ea typeface="SUITE Medium"/>
              </a:rPr>
              <a:t>.</a:t>
            </a:r>
            <a:endParaRPr sz="1200" b="0" dirty="0">
              <a:solidFill>
                <a:srgbClr val="6B7280"/>
              </a:solidFill>
              <a:latin typeface="SUITE Medium"/>
              <a:ea typeface="SUITE Medium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400800" y="4709160"/>
            <a:ext cx="15544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buNone/>
            </a:pPr>
            <a:r>
              <a:rPr sz="1350" b="0">
                <a:solidFill>
                  <a:srgbClr val="15181C"/>
                </a:solidFill>
                <a:latin typeface="SUITE SemiBold"/>
                <a:ea typeface="SUITE SemiBold"/>
              </a:rPr>
              <a:t>스킬 난장판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01000" y="4727448"/>
            <a:ext cx="3611880" cy="2123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buNone/>
            </a:pPr>
            <a:r>
              <a:rPr sz="1200" b="0" dirty="0" err="1">
                <a:solidFill>
                  <a:srgbClr val="6B7280"/>
                </a:solidFill>
                <a:latin typeface="SUITE Medium"/>
                <a:ea typeface="SUITE Medium"/>
              </a:rPr>
              <a:t>스킬</a:t>
            </a:r>
            <a:r>
              <a:rPr sz="1200" b="0" dirty="0">
                <a:solidFill>
                  <a:srgbClr val="6B7280"/>
                </a:solidFill>
                <a:latin typeface="SUITE Medium"/>
                <a:ea typeface="SUITE Medium"/>
              </a:rPr>
              <a:t> </a:t>
            </a:r>
            <a:r>
              <a:rPr sz="1200" b="0" dirty="0" err="1">
                <a:solidFill>
                  <a:srgbClr val="6B7280"/>
                </a:solidFill>
                <a:latin typeface="SUITE Medium"/>
                <a:ea typeface="SUITE Medium"/>
              </a:rPr>
              <a:t>쿨타임이</a:t>
            </a:r>
            <a:r>
              <a:rPr sz="1200" b="0" dirty="0">
                <a:solidFill>
                  <a:srgbClr val="6B7280"/>
                </a:solidFill>
                <a:latin typeface="SUITE Medium"/>
                <a:ea typeface="SUITE Medium"/>
              </a:rPr>
              <a:t> </a:t>
            </a:r>
            <a:r>
              <a:rPr sz="1200" b="0" dirty="0" err="1" smtClean="0">
                <a:solidFill>
                  <a:srgbClr val="6B7280"/>
                </a:solidFill>
                <a:latin typeface="SUITE Medium"/>
                <a:ea typeface="SUITE Medium"/>
              </a:rPr>
              <a:t>절반</a:t>
            </a:r>
            <a:r>
              <a:rPr lang="ko-KR" altLang="en-US" sz="1200" b="0" dirty="0" smtClean="0">
                <a:solidFill>
                  <a:srgbClr val="6B7280"/>
                </a:solidFill>
                <a:latin typeface="SUITE Medium"/>
                <a:ea typeface="SUITE Medium"/>
              </a:rPr>
              <a:t>이 된다</a:t>
            </a:r>
            <a:r>
              <a:rPr sz="1200" b="0" dirty="0" smtClean="0">
                <a:solidFill>
                  <a:srgbClr val="6B7280"/>
                </a:solidFill>
                <a:latin typeface="SUITE Medium"/>
                <a:ea typeface="SUITE Medium"/>
              </a:rPr>
              <a:t>. </a:t>
            </a:r>
            <a:r>
              <a:rPr sz="1200" b="0" dirty="0" err="1">
                <a:solidFill>
                  <a:srgbClr val="6B7280"/>
                </a:solidFill>
                <a:latin typeface="SUITE Medium"/>
                <a:ea typeface="SUITE Medium"/>
              </a:rPr>
              <a:t>정신없이</a:t>
            </a:r>
            <a:r>
              <a:rPr sz="1200" b="0" dirty="0">
                <a:solidFill>
                  <a:srgbClr val="6B7280"/>
                </a:solidFill>
                <a:latin typeface="SUITE Medium"/>
                <a:ea typeface="SUITE Medium"/>
              </a:rPr>
              <a:t> </a:t>
            </a:r>
            <a:r>
              <a:rPr sz="1200" b="0" dirty="0" err="1">
                <a:solidFill>
                  <a:srgbClr val="6B7280"/>
                </a:solidFill>
                <a:latin typeface="SUITE Medium"/>
                <a:ea typeface="SUITE Medium"/>
              </a:rPr>
              <a:t>빠른</a:t>
            </a:r>
            <a:r>
              <a:rPr sz="1200" b="0" dirty="0">
                <a:solidFill>
                  <a:srgbClr val="6B7280"/>
                </a:solidFill>
                <a:latin typeface="SUITE Medium"/>
                <a:ea typeface="SUITE Medium"/>
              </a:rPr>
              <a:t> </a:t>
            </a:r>
            <a:r>
              <a:rPr sz="1200" b="0" dirty="0" err="1" smtClean="0">
                <a:solidFill>
                  <a:srgbClr val="6B7280"/>
                </a:solidFill>
                <a:latin typeface="SUITE Medium"/>
                <a:ea typeface="SUITE Medium"/>
              </a:rPr>
              <a:t>템포</a:t>
            </a:r>
            <a:r>
              <a:rPr lang="ko-KR" altLang="en-US" sz="1200" b="0" dirty="0" err="1" smtClean="0">
                <a:solidFill>
                  <a:srgbClr val="6B7280"/>
                </a:solidFill>
                <a:latin typeface="SUITE Medium"/>
                <a:ea typeface="SUITE Medium"/>
              </a:rPr>
              <a:t>를</a:t>
            </a:r>
            <a:r>
              <a:rPr lang="ko-KR" altLang="en-US" sz="1200" b="0" dirty="0" smtClean="0">
                <a:solidFill>
                  <a:srgbClr val="6B7280"/>
                </a:solidFill>
                <a:latin typeface="SUITE Medium"/>
                <a:ea typeface="SUITE Medium"/>
              </a:rPr>
              <a:t> 유도</a:t>
            </a:r>
            <a:endParaRPr sz="1200" b="0" dirty="0">
              <a:solidFill>
                <a:srgbClr val="6B7280"/>
              </a:solidFill>
              <a:latin typeface="SUITE Medium"/>
              <a:ea typeface="SUITE Medium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6400800" y="5349240"/>
            <a:ext cx="5212080" cy="5001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buNone/>
            </a:pPr>
            <a:r>
              <a:rPr sz="1250" b="0" dirty="0" err="1">
                <a:solidFill>
                  <a:srgbClr val="6B7280"/>
                </a:solidFill>
                <a:latin typeface="SUITE Medium"/>
                <a:ea typeface="SUITE Medium"/>
              </a:rPr>
              <a:t>규칙이</a:t>
            </a:r>
            <a:r>
              <a:rPr sz="1250" b="0" dirty="0">
                <a:solidFill>
                  <a:srgbClr val="6B7280"/>
                </a:solidFill>
                <a:latin typeface="SUITE Medium"/>
                <a:ea typeface="SUITE Medium"/>
              </a:rPr>
              <a:t> </a:t>
            </a:r>
            <a:r>
              <a:rPr lang="ko-KR" altLang="en-US" sz="1250" dirty="0" smtClean="0">
                <a:solidFill>
                  <a:srgbClr val="6B7280"/>
                </a:solidFill>
                <a:latin typeface="SUITE Medium"/>
                <a:ea typeface="SUITE Medium"/>
              </a:rPr>
              <a:t>정해지</a:t>
            </a:r>
            <a:r>
              <a:rPr sz="1250" b="0" dirty="0" smtClean="0">
                <a:solidFill>
                  <a:srgbClr val="6B7280"/>
                </a:solidFill>
                <a:latin typeface="SUITE Medium"/>
                <a:ea typeface="SUITE Medium"/>
              </a:rPr>
              <a:t>면 </a:t>
            </a:r>
            <a:r>
              <a:rPr sz="1250" b="0" dirty="0" err="1">
                <a:solidFill>
                  <a:srgbClr val="6B7280"/>
                </a:solidFill>
                <a:latin typeface="SUITE Medium"/>
                <a:ea typeface="SUITE Medium"/>
              </a:rPr>
              <a:t>분대도</a:t>
            </a:r>
            <a:r>
              <a:rPr sz="1250" b="0" dirty="0">
                <a:solidFill>
                  <a:srgbClr val="6B7280"/>
                </a:solidFill>
                <a:latin typeface="SUITE Medium"/>
                <a:ea typeface="SUITE Medium"/>
              </a:rPr>
              <a:t> </a:t>
            </a:r>
            <a:r>
              <a:rPr sz="1250" b="0" dirty="0" err="1">
                <a:solidFill>
                  <a:srgbClr val="6B7280"/>
                </a:solidFill>
                <a:latin typeface="SUITE Medium"/>
                <a:ea typeface="SUITE Medium"/>
              </a:rPr>
              <a:t>알아듣고</a:t>
            </a:r>
            <a:r>
              <a:rPr sz="1250" b="0" dirty="0">
                <a:solidFill>
                  <a:srgbClr val="6B7280"/>
                </a:solidFill>
                <a:latin typeface="SUITE Medium"/>
                <a:ea typeface="SUITE Medium"/>
              </a:rPr>
              <a:t> </a:t>
            </a:r>
            <a:r>
              <a:rPr sz="1250" b="0" dirty="0" err="1" smtClean="0">
                <a:solidFill>
                  <a:srgbClr val="6B7280"/>
                </a:solidFill>
                <a:latin typeface="SUITE Medium"/>
                <a:ea typeface="SUITE Medium"/>
              </a:rPr>
              <a:t>움직인다</a:t>
            </a:r>
            <a:r>
              <a:rPr sz="1250" b="0" dirty="0">
                <a:solidFill>
                  <a:srgbClr val="6B7280"/>
                </a:solidFill>
                <a:latin typeface="SUITE Medium"/>
                <a:ea typeface="SUITE Medium"/>
              </a:rPr>
              <a:t>.
"B, C </a:t>
            </a:r>
            <a:r>
              <a:rPr sz="1250" b="0" dirty="0" err="1">
                <a:solidFill>
                  <a:srgbClr val="6B7280"/>
                </a:solidFill>
                <a:latin typeface="SUITE Medium"/>
                <a:ea typeface="SUITE Medium"/>
              </a:rPr>
              <a:t>봉쇄</a:t>
            </a:r>
            <a:r>
              <a:rPr sz="1250" b="0" dirty="0">
                <a:solidFill>
                  <a:srgbClr val="6B7280"/>
                </a:solidFill>
                <a:latin typeface="SUITE Medium"/>
                <a:ea typeface="SUITE Medium"/>
              </a:rPr>
              <a:t> </a:t>
            </a:r>
            <a:r>
              <a:rPr sz="1250" b="0" dirty="0" err="1">
                <a:solidFill>
                  <a:srgbClr val="6B7280"/>
                </a:solidFill>
                <a:latin typeface="SUITE Medium"/>
                <a:ea typeface="SUITE Medium"/>
              </a:rPr>
              <a:t>확인</a:t>
            </a:r>
            <a:r>
              <a:rPr sz="1250" b="0" dirty="0">
                <a:solidFill>
                  <a:srgbClr val="6B7280"/>
                </a:solidFill>
                <a:latin typeface="SUITE Medium"/>
                <a:ea typeface="SUITE Medium"/>
              </a:rPr>
              <a:t>. A </a:t>
            </a:r>
            <a:r>
              <a:rPr sz="1250" b="0" dirty="0" err="1">
                <a:solidFill>
                  <a:srgbClr val="6B7280"/>
                </a:solidFill>
                <a:latin typeface="SUITE Medium"/>
                <a:ea typeface="SUITE Medium"/>
              </a:rPr>
              <a:t>거점부터</a:t>
            </a:r>
            <a:r>
              <a:rPr sz="1250" b="0" dirty="0">
                <a:solidFill>
                  <a:srgbClr val="6B7280"/>
                </a:solidFill>
                <a:latin typeface="SUITE Medium"/>
                <a:ea typeface="SUITE Medium"/>
              </a:rPr>
              <a:t> </a:t>
            </a:r>
            <a:r>
              <a:rPr sz="1250" b="0" dirty="0" err="1">
                <a:solidFill>
                  <a:srgbClr val="6B7280"/>
                </a:solidFill>
                <a:latin typeface="SUITE Medium"/>
                <a:ea typeface="SUITE Medium"/>
              </a:rPr>
              <a:t>갑니다</a:t>
            </a:r>
            <a:r>
              <a:rPr sz="1250" b="0" dirty="0">
                <a:solidFill>
                  <a:srgbClr val="6B7280"/>
                </a:solidFill>
                <a:latin typeface="SUITE Medium"/>
                <a:ea typeface="SUITE Medium"/>
              </a:rPr>
              <a:t>."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502920"/>
            <a:ext cx="10881360" cy="53091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buNone/>
            </a:pPr>
            <a:r>
              <a:rPr sz="3000" b="0" dirty="0" err="1">
                <a:solidFill>
                  <a:srgbClr val="15181C"/>
                </a:solidFill>
                <a:latin typeface="SUITE ExtraBold"/>
                <a:ea typeface="SUITE ExtraBold"/>
              </a:rPr>
              <a:t>지휘는</a:t>
            </a:r>
            <a:r>
              <a:rPr sz="3000" b="0" dirty="0">
                <a:solidFill>
                  <a:srgbClr val="15181C"/>
                </a:solidFill>
                <a:latin typeface="SUITE ExtraBold"/>
                <a:ea typeface="SUITE ExtraBold"/>
              </a:rPr>
              <a:t> </a:t>
            </a:r>
            <a:r>
              <a:rPr sz="3000" b="0" dirty="0" err="1">
                <a:solidFill>
                  <a:srgbClr val="15181C"/>
                </a:solidFill>
                <a:latin typeface="SUITE ExtraBold"/>
                <a:ea typeface="SUITE ExtraBold"/>
              </a:rPr>
              <a:t>무전으로</a:t>
            </a:r>
            <a:r>
              <a:rPr sz="3000" b="0" dirty="0">
                <a:solidFill>
                  <a:srgbClr val="15181C"/>
                </a:solidFill>
                <a:latin typeface="SUITE ExtraBold"/>
                <a:ea typeface="SUITE ExtraBold"/>
              </a:rPr>
              <a:t>, </a:t>
            </a:r>
            <a:r>
              <a:rPr sz="3000" b="0" dirty="0" err="1">
                <a:solidFill>
                  <a:srgbClr val="15181C"/>
                </a:solidFill>
                <a:latin typeface="SUITE ExtraBold"/>
                <a:ea typeface="SUITE ExtraBold"/>
              </a:rPr>
              <a:t>무전</a:t>
            </a:r>
            <a:r>
              <a:rPr sz="3000" b="0" dirty="0">
                <a:solidFill>
                  <a:srgbClr val="15181C"/>
                </a:solidFill>
                <a:latin typeface="SUITE ExtraBold"/>
                <a:ea typeface="SUITE ExtraBold"/>
              </a:rPr>
              <a:t> </a:t>
            </a:r>
            <a:r>
              <a:rPr sz="3000" b="0" dirty="0" err="1" smtClean="0">
                <a:solidFill>
                  <a:srgbClr val="15181C"/>
                </a:solidFill>
                <a:latin typeface="SUITE ExtraBold"/>
                <a:ea typeface="SUITE ExtraBold"/>
              </a:rPr>
              <a:t>타임</a:t>
            </a:r>
            <a:r>
              <a:rPr lang="en-US" sz="3000" b="0" dirty="0" smtClean="0">
                <a:solidFill>
                  <a:srgbClr val="15181C"/>
                </a:solidFill>
                <a:latin typeface="SUITE ExtraBold"/>
                <a:ea typeface="SUITE ExtraBold"/>
              </a:rPr>
              <a:t> </a:t>
            </a:r>
            <a:r>
              <a:rPr lang="ko-KR" altLang="en-US" sz="3000" b="0" dirty="0" smtClean="0">
                <a:solidFill>
                  <a:srgbClr val="15181C"/>
                </a:solidFill>
                <a:latin typeface="SUITE ExtraBold"/>
                <a:ea typeface="SUITE ExtraBold"/>
              </a:rPr>
              <a:t>제공</a:t>
            </a:r>
            <a:endParaRPr sz="3000" b="0" dirty="0">
              <a:solidFill>
                <a:srgbClr val="15181C"/>
              </a:solidFill>
              <a:latin typeface="SUITE ExtraBold"/>
              <a:ea typeface="SUITE ExtraBold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40080" y="1081248"/>
            <a:ext cx="10881360" cy="46012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buNone/>
            </a:pPr>
            <a:r>
              <a:rPr lang="ko-KR" altLang="en-US" sz="1300" b="0" dirty="0" smtClean="0">
                <a:solidFill>
                  <a:srgbClr val="15181C"/>
                </a:solidFill>
                <a:latin typeface="SUITE Medium"/>
                <a:ea typeface="SUITE Medium"/>
              </a:rPr>
              <a:t>게임 시작 직전</a:t>
            </a:r>
            <a:r>
              <a:rPr lang="en-US" altLang="ko-KR" sz="1300" b="0" dirty="0" smtClean="0">
                <a:solidFill>
                  <a:srgbClr val="15181C"/>
                </a:solidFill>
                <a:latin typeface="SUITE Medium"/>
                <a:ea typeface="SUITE Medium"/>
              </a:rPr>
              <a:t>, 15</a:t>
            </a:r>
            <a:r>
              <a:rPr lang="ko-KR" altLang="en-US" sz="1300" b="0" dirty="0" smtClean="0">
                <a:solidFill>
                  <a:srgbClr val="15181C"/>
                </a:solidFill>
                <a:latin typeface="SUITE Medium"/>
                <a:ea typeface="SUITE Medium"/>
              </a:rPr>
              <a:t>초의 작전 타임이 주어지며 미리 명령을 내릴 수 있다</a:t>
            </a:r>
            <a:r>
              <a:rPr lang="en-US" altLang="ko-KR" sz="1300" b="0" dirty="0" smtClean="0">
                <a:solidFill>
                  <a:srgbClr val="15181C"/>
                </a:solidFill>
                <a:latin typeface="SUITE Medium"/>
                <a:ea typeface="SUITE Medium"/>
              </a:rPr>
              <a:t>.</a:t>
            </a:r>
            <a:endParaRPr lang="en-US" sz="1300" b="0" dirty="0" smtClean="0">
              <a:solidFill>
                <a:srgbClr val="15181C"/>
              </a:solidFill>
              <a:latin typeface="SUITE Medium"/>
              <a:ea typeface="SUITE Medium"/>
            </a:endParaRPr>
          </a:p>
          <a:p>
            <a:pPr algn="l">
              <a:lnSpc>
                <a:spcPct val="115000"/>
              </a:lnSpc>
              <a:buNone/>
            </a:pPr>
            <a:r>
              <a:rPr lang="ko-KR" altLang="en-US" sz="1300" b="0" dirty="0" smtClean="0">
                <a:solidFill>
                  <a:srgbClr val="15181C"/>
                </a:solidFill>
                <a:latin typeface="SUITE Medium"/>
                <a:ea typeface="SUITE Medium"/>
              </a:rPr>
              <a:t>이후 게임 중 일정 시간 간격으로 무전 타임이 주어지며</a:t>
            </a:r>
            <a:r>
              <a:rPr lang="en-US" altLang="ko-KR" sz="1300" dirty="0" smtClean="0">
                <a:solidFill>
                  <a:srgbClr val="15181C"/>
                </a:solidFill>
                <a:latin typeface="SUITE Medium"/>
                <a:ea typeface="SUITE Medium"/>
              </a:rPr>
              <a:t>, </a:t>
            </a:r>
            <a:r>
              <a:rPr lang="ko-KR" altLang="en-US" sz="1300" dirty="0" smtClean="0">
                <a:solidFill>
                  <a:srgbClr val="15181C"/>
                </a:solidFill>
                <a:latin typeface="SUITE Medium"/>
                <a:ea typeface="SUITE Medium"/>
              </a:rPr>
              <a:t>이때 게임은 </a:t>
            </a:r>
            <a:r>
              <a:rPr lang="ko-KR" altLang="en-US" sz="1300" dirty="0" err="1" smtClean="0">
                <a:solidFill>
                  <a:srgbClr val="15181C"/>
                </a:solidFill>
                <a:latin typeface="SUITE Medium"/>
                <a:ea typeface="SUITE Medium"/>
              </a:rPr>
              <a:t>일시정지된다</a:t>
            </a:r>
            <a:r>
              <a:rPr lang="en-US" altLang="ko-KR" sz="1300" dirty="0" smtClean="0">
                <a:solidFill>
                  <a:srgbClr val="15181C"/>
                </a:solidFill>
                <a:latin typeface="SUITE Medium"/>
                <a:ea typeface="SUITE Medium"/>
              </a:rPr>
              <a:t>. (</a:t>
            </a:r>
            <a:r>
              <a:rPr lang="ko-KR" altLang="en-US" sz="1300" dirty="0" smtClean="0">
                <a:solidFill>
                  <a:srgbClr val="15181C"/>
                </a:solidFill>
                <a:latin typeface="SUITE Medium"/>
                <a:ea typeface="SUITE Medium"/>
              </a:rPr>
              <a:t>멀티 모드의 경우 두 유저가 같이 멈추고 같이 지휘한다</a:t>
            </a:r>
            <a:r>
              <a:rPr lang="en-US" altLang="ko-KR" sz="1300" dirty="0" smtClean="0">
                <a:solidFill>
                  <a:srgbClr val="15181C"/>
                </a:solidFill>
                <a:latin typeface="SUITE Medium"/>
                <a:ea typeface="SUITE Medium"/>
              </a:rPr>
              <a:t>.)</a:t>
            </a:r>
            <a:endParaRPr sz="1300" b="0" dirty="0">
              <a:solidFill>
                <a:srgbClr val="15181C"/>
              </a:solidFill>
              <a:latin typeface="SUITE Medium"/>
              <a:ea typeface="SUITE Medium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19666" y="4671852"/>
            <a:ext cx="52120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buNone/>
            </a:pPr>
            <a:r>
              <a:rPr sz="1500" b="0" dirty="0" err="1">
                <a:solidFill>
                  <a:srgbClr val="15181C"/>
                </a:solidFill>
                <a:latin typeface="SUITE SemiBold"/>
                <a:ea typeface="SUITE SemiBold"/>
              </a:rPr>
              <a:t>무전</a:t>
            </a:r>
            <a:r>
              <a:rPr sz="1500" b="0" dirty="0">
                <a:solidFill>
                  <a:srgbClr val="15181C"/>
                </a:solidFill>
                <a:latin typeface="SUITE SemiBold"/>
                <a:ea typeface="SUITE SemiBold"/>
              </a:rPr>
              <a:t> </a:t>
            </a:r>
            <a:r>
              <a:rPr sz="1500" b="0" dirty="0" err="1">
                <a:solidFill>
                  <a:srgbClr val="15181C"/>
                </a:solidFill>
                <a:latin typeface="SUITE SemiBold"/>
                <a:ea typeface="SUITE SemiBold"/>
              </a:rPr>
              <a:t>타임에</a:t>
            </a:r>
            <a:r>
              <a:rPr sz="1500" b="0" dirty="0">
                <a:solidFill>
                  <a:srgbClr val="15181C"/>
                </a:solidFill>
                <a:latin typeface="SUITE SemiBold"/>
                <a:ea typeface="SUITE SemiBold"/>
              </a:rPr>
              <a:t> </a:t>
            </a:r>
            <a:r>
              <a:rPr sz="1500" b="0" dirty="0" err="1">
                <a:solidFill>
                  <a:srgbClr val="15181C"/>
                </a:solidFill>
                <a:latin typeface="SUITE SemiBold"/>
                <a:ea typeface="SUITE SemiBold"/>
              </a:rPr>
              <a:t>일어나는</a:t>
            </a:r>
            <a:r>
              <a:rPr sz="1500" b="0" dirty="0">
                <a:solidFill>
                  <a:srgbClr val="15181C"/>
                </a:solidFill>
                <a:latin typeface="SUITE SemiBold"/>
                <a:ea typeface="SUITE SemiBold"/>
              </a:rPr>
              <a:t> 일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9666" y="5037612"/>
            <a:ext cx="5212080" cy="11156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01168" indent="-201168" algn="l">
              <a:lnSpc>
                <a:spcPct val="125000"/>
              </a:lnSpc>
              <a:spcAft>
                <a:spcPts val="400"/>
              </a:spcAft>
              <a:buClr>
                <a:srgbClr val="A0A6AE"/>
              </a:buClr>
              <a:buChar char="•"/>
            </a:pPr>
            <a:r>
              <a:rPr lang="en-US" sz="1250" b="0" dirty="0" smtClean="0">
                <a:solidFill>
                  <a:srgbClr val="15181C"/>
                </a:solidFill>
                <a:latin typeface="SUITE Medium"/>
                <a:ea typeface="SUITE Medium"/>
              </a:rPr>
              <a:t>AI </a:t>
            </a:r>
            <a:r>
              <a:rPr sz="1250" b="0" dirty="0" err="1" smtClean="0">
                <a:solidFill>
                  <a:srgbClr val="15181C"/>
                </a:solidFill>
                <a:latin typeface="SUITE Medium"/>
                <a:ea typeface="SUITE Medium"/>
              </a:rPr>
              <a:t>분대가</a:t>
            </a:r>
            <a:r>
              <a:rPr sz="1250" b="0" dirty="0" smtClean="0">
                <a:solidFill>
                  <a:srgbClr val="15181C"/>
                </a:solidFill>
                <a:latin typeface="SUITE Medium"/>
                <a:ea typeface="SUITE Medium"/>
              </a:rPr>
              <a:t> </a:t>
            </a:r>
            <a:r>
              <a:rPr sz="1250" b="0" dirty="0" err="1">
                <a:solidFill>
                  <a:srgbClr val="15181C"/>
                </a:solidFill>
                <a:latin typeface="SUITE Medium"/>
                <a:ea typeface="SUITE Medium"/>
              </a:rPr>
              <a:t>먼저</a:t>
            </a:r>
            <a:r>
              <a:rPr sz="1250" b="0" dirty="0">
                <a:solidFill>
                  <a:srgbClr val="15181C"/>
                </a:solidFill>
                <a:latin typeface="SUITE Medium"/>
                <a:ea typeface="SUITE Medium"/>
              </a:rPr>
              <a:t> </a:t>
            </a:r>
            <a:r>
              <a:rPr sz="1250" b="0" dirty="0" err="1">
                <a:solidFill>
                  <a:srgbClr val="15181C"/>
                </a:solidFill>
                <a:latin typeface="SUITE Medium"/>
                <a:ea typeface="SUITE Medium"/>
              </a:rPr>
              <a:t>상황을</a:t>
            </a:r>
            <a:r>
              <a:rPr sz="1250" b="0" dirty="0">
                <a:solidFill>
                  <a:srgbClr val="15181C"/>
                </a:solidFill>
                <a:latin typeface="SUITE Medium"/>
                <a:ea typeface="SUITE Medium"/>
              </a:rPr>
              <a:t> </a:t>
            </a:r>
            <a:r>
              <a:rPr sz="1250" b="0" dirty="0" err="1">
                <a:solidFill>
                  <a:srgbClr val="15181C"/>
                </a:solidFill>
                <a:latin typeface="SUITE Medium"/>
                <a:ea typeface="SUITE Medium"/>
              </a:rPr>
              <a:t>보고한다</a:t>
            </a:r>
            <a:r>
              <a:rPr sz="1250" b="0" dirty="0">
                <a:solidFill>
                  <a:srgbClr val="15181C"/>
                </a:solidFill>
                <a:latin typeface="SUITE Medium"/>
                <a:ea typeface="SUITE Medium"/>
              </a:rPr>
              <a:t> (</a:t>
            </a:r>
            <a:r>
              <a:rPr sz="1250" b="0" dirty="0" err="1">
                <a:solidFill>
                  <a:srgbClr val="15181C"/>
                </a:solidFill>
                <a:latin typeface="SUITE Medium"/>
                <a:ea typeface="SUITE Medium"/>
              </a:rPr>
              <a:t>잃은</a:t>
            </a:r>
            <a:r>
              <a:rPr sz="1250" b="0" dirty="0">
                <a:solidFill>
                  <a:srgbClr val="15181C"/>
                </a:solidFill>
                <a:latin typeface="SUITE Medium"/>
                <a:ea typeface="SUITE Medium"/>
              </a:rPr>
              <a:t> </a:t>
            </a:r>
            <a:r>
              <a:rPr sz="1250" b="0" dirty="0" err="1">
                <a:solidFill>
                  <a:srgbClr val="15181C"/>
                </a:solidFill>
                <a:latin typeface="SUITE Medium"/>
                <a:ea typeface="SUITE Medium"/>
              </a:rPr>
              <a:t>거점</a:t>
            </a:r>
            <a:r>
              <a:rPr sz="1250" b="0" dirty="0">
                <a:solidFill>
                  <a:srgbClr val="15181C"/>
                </a:solidFill>
                <a:latin typeface="SUITE Medium"/>
                <a:ea typeface="SUITE Medium"/>
              </a:rPr>
              <a:t>, </a:t>
            </a:r>
            <a:r>
              <a:rPr sz="1250" b="0" dirty="0" err="1">
                <a:solidFill>
                  <a:srgbClr val="15181C"/>
                </a:solidFill>
                <a:latin typeface="SUITE Medium"/>
                <a:ea typeface="SUITE Medium"/>
              </a:rPr>
              <a:t>낮은</a:t>
            </a:r>
            <a:r>
              <a:rPr sz="1250" b="0" dirty="0">
                <a:solidFill>
                  <a:srgbClr val="15181C"/>
                </a:solidFill>
                <a:latin typeface="SUITE Medium"/>
                <a:ea typeface="SUITE Medium"/>
              </a:rPr>
              <a:t> HP, 빈 </a:t>
            </a:r>
            <a:r>
              <a:rPr sz="1250" b="0" dirty="0" err="1">
                <a:solidFill>
                  <a:srgbClr val="15181C"/>
                </a:solidFill>
                <a:latin typeface="SUITE Medium"/>
                <a:ea typeface="SUITE Medium"/>
              </a:rPr>
              <a:t>거점</a:t>
            </a:r>
            <a:r>
              <a:rPr sz="1250" b="0" dirty="0">
                <a:solidFill>
                  <a:srgbClr val="15181C"/>
                </a:solidFill>
                <a:latin typeface="SUITE Medium"/>
                <a:ea typeface="SUITE Medium"/>
              </a:rPr>
              <a:t>)</a:t>
            </a:r>
          </a:p>
          <a:p>
            <a:pPr marL="201168" indent="-201168" algn="l">
              <a:lnSpc>
                <a:spcPct val="125000"/>
              </a:lnSpc>
              <a:spcAft>
                <a:spcPts val="400"/>
              </a:spcAft>
              <a:buClr>
                <a:srgbClr val="A0A6AE"/>
              </a:buClr>
              <a:buChar char="•"/>
            </a:pPr>
            <a:r>
              <a:rPr sz="1250" b="0" dirty="0" err="1">
                <a:solidFill>
                  <a:srgbClr val="15181C"/>
                </a:solidFill>
                <a:latin typeface="SUITE Medium"/>
                <a:ea typeface="SUITE Medium"/>
              </a:rPr>
              <a:t>지휘관이</a:t>
            </a:r>
            <a:r>
              <a:rPr sz="1250" b="0" dirty="0">
                <a:solidFill>
                  <a:srgbClr val="15181C"/>
                </a:solidFill>
                <a:latin typeface="SUITE Medium"/>
                <a:ea typeface="SUITE Medium"/>
              </a:rPr>
              <a:t> </a:t>
            </a:r>
            <a:r>
              <a:rPr sz="1250" b="0" dirty="0" err="1">
                <a:solidFill>
                  <a:srgbClr val="15181C"/>
                </a:solidFill>
                <a:latin typeface="SUITE Medium"/>
                <a:ea typeface="SUITE Medium"/>
              </a:rPr>
              <a:t>자연어로</a:t>
            </a:r>
            <a:r>
              <a:rPr sz="1250" b="0" dirty="0">
                <a:solidFill>
                  <a:srgbClr val="15181C"/>
                </a:solidFill>
                <a:latin typeface="SUITE Medium"/>
                <a:ea typeface="SUITE Medium"/>
              </a:rPr>
              <a:t> </a:t>
            </a:r>
            <a:r>
              <a:rPr sz="1250" b="0" dirty="0" err="1">
                <a:solidFill>
                  <a:srgbClr val="15181C"/>
                </a:solidFill>
                <a:latin typeface="SUITE Medium"/>
                <a:ea typeface="SUITE Medium"/>
              </a:rPr>
              <a:t>지시한다</a:t>
            </a:r>
            <a:r>
              <a:rPr sz="1250" b="0" dirty="0">
                <a:solidFill>
                  <a:srgbClr val="15181C"/>
                </a:solidFill>
                <a:latin typeface="SUITE Medium"/>
                <a:ea typeface="SUITE Medium"/>
              </a:rPr>
              <a:t>. "</a:t>
            </a:r>
            <a:r>
              <a:rPr sz="1250" b="0" dirty="0" err="1">
                <a:solidFill>
                  <a:srgbClr val="15181C"/>
                </a:solidFill>
                <a:latin typeface="SUITE Medium"/>
                <a:ea typeface="SUITE Medium"/>
              </a:rPr>
              <a:t>둘기</a:t>
            </a:r>
            <a:r>
              <a:rPr sz="1250" b="0" dirty="0">
                <a:solidFill>
                  <a:srgbClr val="15181C"/>
                </a:solidFill>
                <a:latin typeface="SUITE Medium"/>
                <a:ea typeface="SUITE Medium"/>
              </a:rPr>
              <a:t> </a:t>
            </a:r>
            <a:r>
              <a:rPr sz="1250" b="0" dirty="0" err="1">
                <a:solidFill>
                  <a:srgbClr val="15181C"/>
                </a:solidFill>
                <a:latin typeface="SUITE Medium"/>
                <a:ea typeface="SUITE Medium"/>
              </a:rPr>
              <a:t>빠지고</a:t>
            </a:r>
            <a:r>
              <a:rPr sz="1250" b="0" dirty="0">
                <a:solidFill>
                  <a:srgbClr val="15181C"/>
                </a:solidFill>
                <a:latin typeface="SUITE Medium"/>
                <a:ea typeface="SUITE Medium"/>
              </a:rPr>
              <a:t> </a:t>
            </a:r>
            <a:r>
              <a:rPr sz="1250" b="0" dirty="0" err="1">
                <a:solidFill>
                  <a:srgbClr val="15181C"/>
                </a:solidFill>
                <a:latin typeface="SUITE Medium"/>
                <a:ea typeface="SUITE Medium"/>
              </a:rPr>
              <a:t>나머지</a:t>
            </a:r>
            <a:r>
              <a:rPr sz="1250" b="0" dirty="0">
                <a:solidFill>
                  <a:srgbClr val="15181C"/>
                </a:solidFill>
                <a:latin typeface="SUITE Medium"/>
                <a:ea typeface="SUITE Medium"/>
              </a:rPr>
              <a:t> </a:t>
            </a:r>
            <a:r>
              <a:rPr sz="1250" b="0" dirty="0" err="1">
                <a:solidFill>
                  <a:srgbClr val="15181C"/>
                </a:solidFill>
                <a:latin typeface="SUITE Medium"/>
                <a:ea typeface="SUITE Medium"/>
              </a:rPr>
              <a:t>B로</a:t>
            </a:r>
            <a:r>
              <a:rPr sz="1250" b="0" dirty="0">
                <a:solidFill>
                  <a:srgbClr val="15181C"/>
                </a:solidFill>
                <a:latin typeface="SUITE Medium"/>
                <a:ea typeface="SUITE Medium"/>
              </a:rPr>
              <a:t>"</a:t>
            </a:r>
          </a:p>
          <a:p>
            <a:pPr marL="201168" indent="-201168" algn="l">
              <a:lnSpc>
                <a:spcPct val="125000"/>
              </a:lnSpc>
              <a:spcAft>
                <a:spcPts val="400"/>
              </a:spcAft>
              <a:buClr>
                <a:srgbClr val="A0A6AE"/>
              </a:buClr>
              <a:buChar char="•"/>
            </a:pPr>
            <a:r>
              <a:rPr sz="1250" b="0" dirty="0" err="1">
                <a:solidFill>
                  <a:srgbClr val="15181C"/>
                </a:solidFill>
                <a:latin typeface="SUITE Medium"/>
                <a:ea typeface="SUITE Medium"/>
              </a:rPr>
              <a:t>LLM이</a:t>
            </a:r>
            <a:r>
              <a:rPr sz="1250" b="0" dirty="0">
                <a:solidFill>
                  <a:srgbClr val="15181C"/>
                </a:solidFill>
                <a:latin typeface="SUITE Medium"/>
                <a:ea typeface="SUITE Medium"/>
              </a:rPr>
              <a:t> </a:t>
            </a:r>
            <a:r>
              <a:rPr sz="1250" b="0" dirty="0" err="1">
                <a:solidFill>
                  <a:srgbClr val="15181C"/>
                </a:solidFill>
                <a:latin typeface="SUITE Medium"/>
                <a:ea typeface="SUITE Medium"/>
              </a:rPr>
              <a:t>말을</a:t>
            </a:r>
            <a:r>
              <a:rPr sz="1250" b="0" dirty="0">
                <a:solidFill>
                  <a:srgbClr val="15181C"/>
                </a:solidFill>
                <a:latin typeface="SUITE Medium"/>
                <a:ea typeface="SUITE Medium"/>
              </a:rPr>
              <a:t> </a:t>
            </a:r>
            <a:r>
              <a:rPr sz="1250" b="0" dirty="0" err="1">
                <a:solidFill>
                  <a:srgbClr val="15181C"/>
                </a:solidFill>
                <a:latin typeface="SUITE Medium"/>
                <a:ea typeface="SUITE Medium"/>
              </a:rPr>
              <a:t>유닛별</a:t>
            </a:r>
            <a:r>
              <a:rPr sz="1250" b="0" dirty="0">
                <a:solidFill>
                  <a:srgbClr val="15181C"/>
                </a:solidFill>
                <a:latin typeface="SUITE Medium"/>
                <a:ea typeface="SUITE Medium"/>
              </a:rPr>
              <a:t> </a:t>
            </a:r>
            <a:r>
              <a:rPr sz="1250" b="0" dirty="0" err="1">
                <a:solidFill>
                  <a:srgbClr val="15181C"/>
                </a:solidFill>
                <a:latin typeface="SUITE Medium"/>
                <a:ea typeface="SUITE Medium"/>
              </a:rPr>
              <a:t>명령으로</a:t>
            </a:r>
            <a:r>
              <a:rPr sz="1250" b="0" dirty="0">
                <a:solidFill>
                  <a:srgbClr val="15181C"/>
                </a:solidFill>
                <a:latin typeface="SUITE Medium"/>
                <a:ea typeface="SUITE Medium"/>
              </a:rPr>
              <a:t> </a:t>
            </a:r>
            <a:r>
              <a:rPr sz="1250" b="0" dirty="0" err="1">
                <a:solidFill>
                  <a:srgbClr val="15181C"/>
                </a:solidFill>
                <a:latin typeface="SUITE Medium"/>
                <a:ea typeface="SUITE Medium"/>
              </a:rPr>
              <a:t>바꾸고</a:t>
            </a:r>
            <a:r>
              <a:rPr sz="1250" b="0" dirty="0">
                <a:solidFill>
                  <a:srgbClr val="15181C"/>
                </a:solidFill>
                <a:latin typeface="SUITE Medium"/>
                <a:ea typeface="SUITE Medium"/>
              </a:rPr>
              <a:t>, </a:t>
            </a:r>
            <a:r>
              <a:rPr sz="1250" b="0" dirty="0" err="1" smtClean="0">
                <a:solidFill>
                  <a:srgbClr val="15181C"/>
                </a:solidFill>
                <a:latin typeface="SUITE Medium"/>
                <a:ea typeface="SUITE Medium"/>
              </a:rPr>
              <a:t>분대가</a:t>
            </a:r>
            <a:r>
              <a:rPr sz="1250" b="0" dirty="0" smtClean="0">
                <a:solidFill>
                  <a:srgbClr val="15181C"/>
                </a:solidFill>
                <a:latin typeface="SUITE Medium"/>
                <a:ea typeface="SUITE Medium"/>
              </a:rPr>
              <a:t> </a:t>
            </a:r>
            <a:r>
              <a:rPr sz="1250" b="0" dirty="0" err="1" smtClean="0">
                <a:solidFill>
                  <a:srgbClr val="15181C"/>
                </a:solidFill>
                <a:latin typeface="SUITE Medium"/>
                <a:ea typeface="SUITE Medium"/>
              </a:rPr>
              <a:t>답한다</a:t>
            </a:r>
            <a:endParaRPr sz="1250" b="0" dirty="0">
              <a:solidFill>
                <a:srgbClr val="15181C"/>
              </a:solidFill>
              <a:latin typeface="SUITE Medium"/>
              <a:ea typeface="SUITE Medium"/>
            </a:endParaRPr>
          </a:p>
          <a:p>
            <a:pPr marL="201168" indent="-201168" algn="l">
              <a:lnSpc>
                <a:spcPct val="125000"/>
              </a:lnSpc>
              <a:buClr>
                <a:srgbClr val="A0A6AE"/>
              </a:buClr>
              <a:buChar char="•"/>
            </a:pPr>
            <a:r>
              <a:rPr lang="ko-KR" altLang="en-US" sz="1250" b="0" dirty="0" smtClean="0">
                <a:solidFill>
                  <a:srgbClr val="15181C"/>
                </a:solidFill>
                <a:latin typeface="SUITE Medium"/>
                <a:ea typeface="SUITE Medium"/>
              </a:rPr>
              <a:t>무전 타임이 끝나</a:t>
            </a:r>
            <a:r>
              <a:rPr sz="1250" b="0" dirty="0" smtClean="0">
                <a:solidFill>
                  <a:srgbClr val="15181C"/>
                </a:solidFill>
                <a:latin typeface="SUITE Medium"/>
                <a:ea typeface="SUITE Medium"/>
              </a:rPr>
              <a:t>면 </a:t>
            </a:r>
            <a:r>
              <a:rPr sz="1250" b="0" dirty="0" err="1">
                <a:solidFill>
                  <a:srgbClr val="15181C"/>
                </a:solidFill>
                <a:latin typeface="SUITE Medium"/>
                <a:ea typeface="SUITE Medium"/>
              </a:rPr>
              <a:t>명령대로</a:t>
            </a:r>
            <a:r>
              <a:rPr sz="1250" b="0" dirty="0">
                <a:solidFill>
                  <a:srgbClr val="15181C"/>
                </a:solidFill>
                <a:latin typeface="SUITE Medium"/>
                <a:ea typeface="SUITE Medium"/>
              </a:rPr>
              <a:t> </a:t>
            </a:r>
            <a:r>
              <a:rPr sz="1250" b="0" dirty="0" err="1">
                <a:solidFill>
                  <a:srgbClr val="15181C"/>
                </a:solidFill>
                <a:latin typeface="SUITE Medium"/>
                <a:ea typeface="SUITE Medium"/>
              </a:rPr>
              <a:t>움직인다</a:t>
            </a:r>
            <a:endParaRPr sz="1250" b="0" dirty="0">
              <a:solidFill>
                <a:srgbClr val="15181C"/>
              </a:solidFill>
              <a:latin typeface="SUITE Medium"/>
              <a:ea typeface="SUITE Medium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206067" y="4671852"/>
            <a:ext cx="5212080" cy="26545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buNone/>
            </a:pPr>
            <a:r>
              <a:rPr lang="ko-KR" altLang="en-US" sz="1500" b="0" dirty="0" smtClean="0">
                <a:solidFill>
                  <a:srgbClr val="15181C"/>
                </a:solidFill>
                <a:latin typeface="SUITE SemiBold"/>
                <a:ea typeface="SUITE SemiBold"/>
              </a:rPr>
              <a:t>무전 타임이 아니더라도</a:t>
            </a:r>
            <a:endParaRPr sz="1500" b="0" dirty="0">
              <a:solidFill>
                <a:srgbClr val="15181C"/>
              </a:solidFill>
              <a:latin typeface="SUITE SemiBold"/>
              <a:ea typeface="SUITE SemiBold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206067" y="5037612"/>
            <a:ext cx="5212080" cy="106439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01168" indent="-201168" algn="l">
              <a:lnSpc>
                <a:spcPct val="125000"/>
              </a:lnSpc>
              <a:spcAft>
                <a:spcPts val="400"/>
              </a:spcAft>
              <a:buClr>
                <a:srgbClr val="A0A6AE"/>
              </a:buClr>
              <a:buChar char="•"/>
            </a:pPr>
            <a:r>
              <a:rPr sz="1250" b="0" dirty="0" err="1">
                <a:solidFill>
                  <a:srgbClr val="15181C"/>
                </a:solidFill>
                <a:latin typeface="SUITE Medium"/>
                <a:ea typeface="SUITE Medium"/>
              </a:rPr>
              <a:t>퀵챗</a:t>
            </a:r>
            <a:r>
              <a:rPr sz="1250" b="0" dirty="0">
                <a:solidFill>
                  <a:srgbClr val="15181C"/>
                </a:solidFill>
                <a:latin typeface="SUITE Medium"/>
                <a:ea typeface="SUITE Medium"/>
              </a:rPr>
              <a:t> (</a:t>
            </a:r>
            <a:r>
              <a:rPr sz="1250" b="0" dirty="0" err="1">
                <a:solidFill>
                  <a:srgbClr val="15181C"/>
                </a:solidFill>
                <a:latin typeface="SUITE Medium"/>
                <a:ea typeface="SUITE Medium"/>
              </a:rPr>
              <a:t>숫자키</a:t>
            </a:r>
            <a:r>
              <a:rPr sz="1250" b="0" dirty="0">
                <a:solidFill>
                  <a:srgbClr val="15181C"/>
                </a:solidFill>
                <a:latin typeface="SUITE Medium"/>
                <a:ea typeface="SUITE Medium"/>
              </a:rPr>
              <a:t> 1~7): 킬 </a:t>
            </a:r>
            <a:r>
              <a:rPr lang="ko-KR" altLang="en-US" sz="1250" b="0" dirty="0" smtClean="0">
                <a:solidFill>
                  <a:srgbClr val="15181C"/>
                </a:solidFill>
                <a:latin typeface="SUITE Medium"/>
                <a:ea typeface="SUITE Medium"/>
              </a:rPr>
              <a:t>중시</a:t>
            </a:r>
            <a:r>
              <a:rPr sz="1250" b="0" dirty="0" smtClean="0">
                <a:solidFill>
                  <a:srgbClr val="15181C"/>
                </a:solidFill>
                <a:latin typeface="SUITE Medium"/>
                <a:ea typeface="SUITE Medium"/>
              </a:rPr>
              <a:t>, </a:t>
            </a:r>
            <a:r>
              <a:rPr sz="1250" b="0" dirty="0" err="1" smtClean="0">
                <a:solidFill>
                  <a:srgbClr val="15181C"/>
                </a:solidFill>
                <a:latin typeface="SUITE Medium"/>
                <a:ea typeface="SUITE Medium"/>
              </a:rPr>
              <a:t>거점</a:t>
            </a:r>
            <a:r>
              <a:rPr lang="en-US" sz="1250" b="0" dirty="0" smtClean="0">
                <a:solidFill>
                  <a:srgbClr val="15181C"/>
                </a:solidFill>
                <a:latin typeface="SUITE Medium"/>
                <a:ea typeface="SUITE Medium"/>
              </a:rPr>
              <a:t> </a:t>
            </a:r>
            <a:r>
              <a:rPr lang="ko-KR" altLang="en-US" sz="1250" b="0" dirty="0" smtClean="0">
                <a:solidFill>
                  <a:srgbClr val="15181C"/>
                </a:solidFill>
                <a:latin typeface="SUITE Medium"/>
                <a:ea typeface="SUITE Medium"/>
              </a:rPr>
              <a:t>중시</a:t>
            </a:r>
            <a:r>
              <a:rPr sz="1250" b="0" dirty="0" smtClean="0">
                <a:solidFill>
                  <a:srgbClr val="15181C"/>
                </a:solidFill>
                <a:latin typeface="SUITE Medium"/>
                <a:ea typeface="SUITE Medium"/>
              </a:rPr>
              <a:t>, </a:t>
            </a:r>
            <a:r>
              <a:rPr sz="1250" b="0" dirty="0">
                <a:solidFill>
                  <a:srgbClr val="15181C"/>
                </a:solidFill>
                <a:latin typeface="SUITE Medium"/>
                <a:ea typeface="SUITE Medium"/>
              </a:rPr>
              <a:t>A/B/C </a:t>
            </a:r>
            <a:r>
              <a:rPr sz="1250" b="0" dirty="0" err="1" smtClean="0">
                <a:solidFill>
                  <a:srgbClr val="15181C"/>
                </a:solidFill>
                <a:latin typeface="SUITE Medium"/>
                <a:ea typeface="SUITE Medium"/>
              </a:rPr>
              <a:t>거점</a:t>
            </a:r>
            <a:r>
              <a:rPr lang="ko-KR" altLang="en-US" sz="1250" b="0" dirty="0" err="1" smtClean="0">
                <a:solidFill>
                  <a:srgbClr val="15181C"/>
                </a:solidFill>
                <a:latin typeface="SUITE Medium"/>
                <a:ea typeface="SUITE Medium"/>
              </a:rPr>
              <a:t>으로</a:t>
            </a:r>
            <a:r>
              <a:rPr lang="ko-KR" altLang="en-US" sz="1250" b="0" dirty="0" smtClean="0">
                <a:solidFill>
                  <a:srgbClr val="15181C"/>
                </a:solidFill>
                <a:latin typeface="SUITE Medium"/>
                <a:ea typeface="SUITE Medium"/>
              </a:rPr>
              <a:t> 지원 요청 등</a:t>
            </a:r>
            <a:r>
              <a:rPr lang="en-US" altLang="ko-KR" sz="1250" dirty="0" smtClean="0">
                <a:solidFill>
                  <a:srgbClr val="15181C"/>
                </a:solidFill>
                <a:latin typeface="SUITE Medium"/>
                <a:ea typeface="SUITE Medium"/>
              </a:rPr>
              <a:t>, </a:t>
            </a:r>
            <a:r>
              <a:rPr sz="1250" b="0" dirty="0" err="1" smtClean="0">
                <a:solidFill>
                  <a:srgbClr val="15181C"/>
                </a:solidFill>
                <a:latin typeface="SUITE Medium"/>
                <a:ea typeface="SUITE Medium"/>
              </a:rPr>
              <a:t>채팅이</a:t>
            </a:r>
            <a:r>
              <a:rPr sz="1250" b="0" dirty="0" smtClean="0">
                <a:solidFill>
                  <a:srgbClr val="15181C"/>
                </a:solidFill>
                <a:latin typeface="SUITE Medium"/>
                <a:ea typeface="SUITE Medium"/>
              </a:rPr>
              <a:t> </a:t>
            </a:r>
            <a:r>
              <a:rPr sz="1250" b="0" dirty="0">
                <a:solidFill>
                  <a:srgbClr val="15181C"/>
                </a:solidFill>
                <a:latin typeface="SUITE Medium"/>
                <a:ea typeface="SUITE Medium"/>
              </a:rPr>
              <a:t>곧 </a:t>
            </a:r>
            <a:r>
              <a:rPr sz="1250" b="0" dirty="0" err="1">
                <a:solidFill>
                  <a:srgbClr val="15181C"/>
                </a:solidFill>
                <a:latin typeface="SUITE Medium"/>
                <a:ea typeface="SUITE Medium"/>
              </a:rPr>
              <a:t>명령</a:t>
            </a:r>
            <a:endParaRPr sz="1250" b="0" dirty="0">
              <a:solidFill>
                <a:srgbClr val="15181C"/>
              </a:solidFill>
              <a:latin typeface="SUITE Medium"/>
              <a:ea typeface="SUITE Medium"/>
            </a:endParaRPr>
          </a:p>
          <a:p>
            <a:pPr marL="201168" indent="-201168" algn="l">
              <a:lnSpc>
                <a:spcPct val="125000"/>
              </a:lnSpc>
              <a:spcAft>
                <a:spcPts val="400"/>
              </a:spcAft>
              <a:buClr>
                <a:srgbClr val="A0A6AE"/>
              </a:buClr>
              <a:buChar char="•"/>
            </a:pPr>
            <a:r>
              <a:rPr sz="1250" b="0" dirty="0" err="1">
                <a:solidFill>
                  <a:srgbClr val="15181C"/>
                </a:solidFill>
                <a:latin typeface="SUITE Medium"/>
                <a:ea typeface="SUITE Medium"/>
              </a:rPr>
              <a:t>자유</a:t>
            </a:r>
            <a:r>
              <a:rPr sz="1250" b="0" dirty="0">
                <a:solidFill>
                  <a:srgbClr val="15181C"/>
                </a:solidFill>
                <a:latin typeface="SUITE Medium"/>
                <a:ea typeface="SUITE Medium"/>
              </a:rPr>
              <a:t> </a:t>
            </a:r>
            <a:r>
              <a:rPr sz="1250" b="0" dirty="0" err="1">
                <a:solidFill>
                  <a:srgbClr val="15181C"/>
                </a:solidFill>
                <a:latin typeface="SUITE Medium"/>
                <a:ea typeface="SUITE Medium"/>
              </a:rPr>
              <a:t>무전</a:t>
            </a:r>
            <a:r>
              <a:rPr sz="1250" b="0" dirty="0">
                <a:solidFill>
                  <a:srgbClr val="15181C"/>
                </a:solidFill>
                <a:latin typeface="SUITE Medium"/>
                <a:ea typeface="SUITE Medium"/>
              </a:rPr>
              <a:t> (TAB </a:t>
            </a:r>
            <a:r>
              <a:rPr sz="1250" b="0" dirty="0" err="1">
                <a:solidFill>
                  <a:srgbClr val="15181C"/>
                </a:solidFill>
                <a:latin typeface="SUITE Medium"/>
                <a:ea typeface="SUITE Medium"/>
              </a:rPr>
              <a:t>또는</a:t>
            </a:r>
            <a:r>
              <a:rPr sz="1250" b="0" dirty="0">
                <a:solidFill>
                  <a:srgbClr val="15181C"/>
                </a:solidFill>
                <a:latin typeface="SUITE Medium"/>
                <a:ea typeface="SUITE Medium"/>
              </a:rPr>
              <a:t> Enter, </a:t>
            </a:r>
            <a:r>
              <a:rPr lang="en-US" sz="1250" b="0" dirty="0" smtClean="0">
                <a:solidFill>
                  <a:srgbClr val="15181C"/>
                </a:solidFill>
                <a:latin typeface="SUITE Medium"/>
                <a:ea typeface="SUITE Medium"/>
              </a:rPr>
              <a:t>V </a:t>
            </a:r>
            <a:r>
              <a:rPr lang="ko-KR" altLang="en-US" sz="1250" b="0" dirty="0" smtClean="0">
                <a:solidFill>
                  <a:srgbClr val="15181C"/>
                </a:solidFill>
                <a:latin typeface="SUITE Medium"/>
                <a:ea typeface="SUITE Medium"/>
              </a:rPr>
              <a:t>꾹 눌러 음성 녹음</a:t>
            </a:r>
            <a:r>
              <a:rPr sz="1250" b="0" dirty="0" smtClean="0">
                <a:solidFill>
                  <a:srgbClr val="15181C"/>
                </a:solidFill>
                <a:latin typeface="SUITE Medium"/>
                <a:ea typeface="SUITE Medium"/>
              </a:rPr>
              <a:t>)</a:t>
            </a:r>
            <a:endParaRPr lang="en-US" sz="1250" b="0" dirty="0" smtClean="0">
              <a:solidFill>
                <a:srgbClr val="15181C"/>
              </a:solidFill>
              <a:latin typeface="SUITE Medium"/>
              <a:ea typeface="SUITE Medium"/>
            </a:endParaRPr>
          </a:p>
          <a:p>
            <a:pPr marL="201168" indent="-201168" algn="l">
              <a:lnSpc>
                <a:spcPct val="125000"/>
              </a:lnSpc>
              <a:spcAft>
                <a:spcPts val="400"/>
              </a:spcAft>
              <a:buClr>
                <a:srgbClr val="A0A6AE"/>
              </a:buClr>
              <a:buChar char="•"/>
            </a:pPr>
            <a:r>
              <a:rPr lang="ko-KR" altLang="en-US" sz="1250" dirty="0" smtClean="0">
                <a:solidFill>
                  <a:srgbClr val="15181C"/>
                </a:solidFill>
                <a:latin typeface="SUITE Medium"/>
                <a:ea typeface="SUITE Medium"/>
              </a:rPr>
              <a:t>플레이어가 사망</a:t>
            </a:r>
            <a:r>
              <a:rPr sz="1250" b="0" dirty="0" err="1" smtClean="0">
                <a:solidFill>
                  <a:srgbClr val="15181C"/>
                </a:solidFill>
                <a:latin typeface="SUITE Medium"/>
                <a:ea typeface="SUITE Medium"/>
              </a:rPr>
              <a:t>해도</a:t>
            </a:r>
            <a:r>
              <a:rPr sz="1250" b="0" dirty="0" smtClean="0">
                <a:solidFill>
                  <a:srgbClr val="15181C"/>
                </a:solidFill>
                <a:latin typeface="SUITE Medium"/>
                <a:ea typeface="SUITE Medium"/>
              </a:rPr>
              <a:t> </a:t>
            </a:r>
            <a:r>
              <a:rPr sz="1250" b="0" dirty="0" err="1">
                <a:solidFill>
                  <a:srgbClr val="15181C"/>
                </a:solidFill>
                <a:latin typeface="SUITE Medium"/>
                <a:ea typeface="SUITE Medium"/>
              </a:rPr>
              <a:t>지휘는</a:t>
            </a:r>
            <a:r>
              <a:rPr sz="1250" b="0" dirty="0">
                <a:solidFill>
                  <a:srgbClr val="15181C"/>
                </a:solidFill>
                <a:latin typeface="SUITE Medium"/>
                <a:ea typeface="SUITE Medium"/>
              </a:rPr>
              <a:t> </a:t>
            </a:r>
            <a:r>
              <a:rPr sz="1250" b="0" dirty="0" err="1" smtClean="0">
                <a:solidFill>
                  <a:srgbClr val="15181C"/>
                </a:solidFill>
                <a:latin typeface="SUITE Medium"/>
                <a:ea typeface="SUITE Medium"/>
              </a:rPr>
              <a:t>계속</a:t>
            </a:r>
            <a:r>
              <a:rPr lang="en-US" sz="1250" b="0" dirty="0" smtClean="0">
                <a:solidFill>
                  <a:srgbClr val="15181C"/>
                </a:solidFill>
                <a:latin typeface="SUITE Medium"/>
                <a:ea typeface="SUITE Medium"/>
              </a:rPr>
              <a:t> </a:t>
            </a:r>
            <a:r>
              <a:rPr lang="ko-KR" altLang="en-US" sz="1250" b="0" dirty="0" smtClean="0">
                <a:solidFill>
                  <a:srgbClr val="15181C"/>
                </a:solidFill>
                <a:latin typeface="SUITE Medium"/>
                <a:ea typeface="SUITE Medium"/>
              </a:rPr>
              <a:t>가능</a:t>
            </a:r>
            <a:r>
              <a:rPr lang="en-US" altLang="ko-KR" sz="1250" dirty="0">
                <a:solidFill>
                  <a:srgbClr val="15181C"/>
                </a:solidFill>
                <a:latin typeface="SUITE Medium"/>
                <a:ea typeface="SUITE Medium"/>
              </a:rPr>
              <a:t>.</a:t>
            </a:r>
            <a:r>
              <a:rPr sz="1250" b="0" dirty="0" smtClean="0">
                <a:solidFill>
                  <a:srgbClr val="15181C"/>
                </a:solidFill>
                <a:latin typeface="SUITE Medium"/>
                <a:ea typeface="SUITE Medium"/>
              </a:rPr>
              <a:t> </a:t>
            </a:r>
            <a:r>
              <a:rPr sz="1250" b="0" dirty="0" err="1">
                <a:solidFill>
                  <a:srgbClr val="15181C"/>
                </a:solidFill>
                <a:latin typeface="SUITE Medium"/>
                <a:ea typeface="SUITE Medium"/>
              </a:rPr>
              <a:t>관전하며</a:t>
            </a:r>
            <a:r>
              <a:rPr sz="1250" b="0" dirty="0">
                <a:solidFill>
                  <a:srgbClr val="15181C"/>
                </a:solidFill>
                <a:latin typeface="SUITE Medium"/>
                <a:ea typeface="SUITE Medium"/>
              </a:rPr>
              <a:t> </a:t>
            </a:r>
            <a:r>
              <a:rPr sz="1250" b="0" dirty="0" err="1">
                <a:solidFill>
                  <a:srgbClr val="15181C"/>
                </a:solidFill>
                <a:latin typeface="SUITE Medium"/>
                <a:ea typeface="SUITE Medium"/>
              </a:rPr>
              <a:t>남은</a:t>
            </a:r>
            <a:r>
              <a:rPr sz="1250" b="0" dirty="0">
                <a:solidFill>
                  <a:srgbClr val="15181C"/>
                </a:solidFill>
                <a:latin typeface="SUITE Medium"/>
                <a:ea typeface="SUITE Medium"/>
              </a:rPr>
              <a:t> </a:t>
            </a:r>
            <a:r>
              <a:rPr sz="1250" b="0" dirty="0" err="1">
                <a:solidFill>
                  <a:srgbClr val="15181C"/>
                </a:solidFill>
                <a:latin typeface="SUITE Medium"/>
                <a:ea typeface="SUITE Medium"/>
              </a:rPr>
              <a:t>분대를</a:t>
            </a:r>
            <a:r>
              <a:rPr sz="1250" b="0" dirty="0">
                <a:solidFill>
                  <a:srgbClr val="15181C"/>
                </a:solidFill>
                <a:latin typeface="SUITE Medium"/>
                <a:ea typeface="SUITE Medium"/>
              </a:rPr>
              <a:t> </a:t>
            </a:r>
            <a:r>
              <a:rPr lang="ko-KR" altLang="en-US" sz="1250" dirty="0" smtClean="0">
                <a:solidFill>
                  <a:srgbClr val="15181C"/>
                </a:solidFill>
                <a:latin typeface="SUITE Medium"/>
                <a:ea typeface="SUITE Medium"/>
              </a:rPr>
              <a:t>지휘한</a:t>
            </a:r>
            <a:r>
              <a:rPr sz="1250" b="0" dirty="0" smtClean="0">
                <a:solidFill>
                  <a:srgbClr val="15181C"/>
                </a:solidFill>
                <a:latin typeface="SUITE Medium"/>
                <a:ea typeface="SUITE Medium"/>
              </a:rPr>
              <a:t>다</a:t>
            </a:r>
            <a:endParaRPr sz="1250" b="0" dirty="0">
              <a:solidFill>
                <a:srgbClr val="15181C"/>
              </a:solidFill>
              <a:latin typeface="SUITE Medium"/>
              <a:ea typeface="SUITE Medium"/>
            </a:endParaRPr>
          </a:p>
        </p:txBody>
      </p:sp>
      <p:pic>
        <p:nvPicPr>
          <p:cNvPr id="26" name="그림 25"/>
          <p:cNvPicPr>
            <a:picLocks noChangeAspect="1"/>
          </p:cNvPicPr>
          <p:nvPr/>
        </p:nvPicPr>
        <p:blipFill rotWithShape="1">
          <a:blip r:embed="rId3"/>
          <a:srcRect l="7910" r="11464"/>
          <a:stretch/>
        </p:blipFill>
        <p:spPr>
          <a:xfrm>
            <a:off x="719666" y="1862023"/>
            <a:ext cx="4494107" cy="2575722"/>
          </a:xfrm>
          <a:prstGeom prst="rect">
            <a:avLst/>
          </a:prstGeom>
        </p:spPr>
      </p:pic>
      <p:pic>
        <p:nvPicPr>
          <p:cNvPr id="27" name="그림 2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6883" y="1925061"/>
            <a:ext cx="1930447" cy="254254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502920"/>
            <a:ext cx="10881360" cy="4943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buNone/>
            </a:pPr>
            <a:r>
              <a:rPr lang="en-US" sz="3000" b="0" dirty="0" smtClean="0">
                <a:solidFill>
                  <a:srgbClr val="15181C"/>
                </a:solidFill>
                <a:latin typeface="SUITE ExtraBold"/>
                <a:ea typeface="SUITE ExtraBold"/>
              </a:rPr>
              <a:t>LLM </a:t>
            </a:r>
            <a:r>
              <a:rPr lang="ko-KR" altLang="en-US" sz="3000" b="0" dirty="0" smtClean="0">
                <a:solidFill>
                  <a:srgbClr val="15181C"/>
                </a:solidFill>
                <a:latin typeface="SUITE ExtraBold"/>
                <a:ea typeface="SUITE ExtraBold"/>
              </a:rPr>
              <a:t>도입을 통한 지휘 고도화 </a:t>
            </a:r>
            <a:endParaRPr sz="3000" b="0" dirty="0">
              <a:solidFill>
                <a:srgbClr val="15181C"/>
              </a:solidFill>
              <a:latin typeface="SUITE ExtraBold"/>
              <a:ea typeface="SUITE ExtraBold"/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78917114"/>
              </p:ext>
            </p:extLst>
          </p:nvPr>
        </p:nvGraphicFramePr>
        <p:xfrm>
          <a:off x="640080" y="1463040"/>
          <a:ext cx="6700520" cy="3486912"/>
        </p:xfrm>
        <a:graphic>
          <a:graphicData uri="http://schemas.openxmlformats.org/drawingml/2006/table">
            <a:tbl>
              <a:tblPr/>
              <a:tblGrid>
                <a:gridCol w="3297081"/>
                <a:gridCol w="3403439"/>
              </a:tblGrid>
              <a:tr h="57150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400" b="0" dirty="0" err="1">
                          <a:solidFill>
                            <a:srgbClr val="0E8C85"/>
                          </a:solidFill>
                          <a:latin typeface="SUITE SemiBold"/>
                          <a:ea typeface="SUITE SemiBold"/>
                        </a:rPr>
                        <a:t>지휘관이</a:t>
                      </a:r>
                      <a:r>
                        <a:rPr sz="1400" b="0" dirty="0">
                          <a:solidFill>
                            <a:srgbClr val="0E8C85"/>
                          </a:solidFill>
                          <a:latin typeface="SUITE SemiBold"/>
                          <a:ea typeface="SUITE SemiBold"/>
                        </a:rPr>
                        <a:t> 한 </a:t>
                      </a:r>
                      <a:r>
                        <a:rPr sz="1400" b="0" dirty="0" smtClean="0">
                          <a:solidFill>
                            <a:srgbClr val="0E8C85"/>
                          </a:solidFill>
                          <a:latin typeface="SUITE SemiBold"/>
                          <a:ea typeface="SUITE SemiBold"/>
                        </a:rPr>
                        <a:t>말</a:t>
                      </a:r>
                      <a:endParaRPr sz="1400" b="0" dirty="0">
                        <a:solidFill>
                          <a:srgbClr val="0E8C85"/>
                        </a:solidFill>
                        <a:latin typeface="SUITE SemiBold"/>
                        <a:ea typeface="SUITE SemiBold"/>
                      </a:endParaRPr>
                    </a:p>
                  </a:txBody>
                  <a:tcPr marL="73152" marR="109728" marT="54864" marB="5486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0E8C8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400" b="0" dirty="0">
                          <a:solidFill>
                            <a:srgbClr val="0E8C85"/>
                          </a:solidFill>
                          <a:latin typeface="SUITE SemiBold"/>
                          <a:ea typeface="SUITE SemiBold"/>
                        </a:rPr>
                        <a:t>LLM </a:t>
                      </a:r>
                      <a:r>
                        <a:rPr sz="1400" b="0" dirty="0" err="1">
                          <a:solidFill>
                            <a:srgbClr val="0E8C85"/>
                          </a:solidFill>
                          <a:latin typeface="SUITE SemiBold"/>
                          <a:ea typeface="SUITE SemiBold"/>
                        </a:rPr>
                        <a:t>무전</a:t>
                      </a:r>
                      <a:endParaRPr sz="1400" b="0" dirty="0">
                        <a:solidFill>
                          <a:srgbClr val="0E8C85"/>
                        </a:solidFill>
                        <a:latin typeface="SUITE SemiBold"/>
                        <a:ea typeface="SUITE SemiBold"/>
                      </a:endParaRPr>
                    </a:p>
                  </a:txBody>
                  <a:tcPr marL="73152" marR="109728" marT="54864" marB="5486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0E8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400" b="0">
                          <a:solidFill>
                            <a:srgbClr val="15181C"/>
                          </a:solidFill>
                          <a:latin typeface="SUITE SemiBold"/>
                          <a:ea typeface="SUITE SemiBold"/>
                        </a:rPr>
                        <a:t>"둘기는 뒤로 빠지고 나머지는 B로"</a:t>
                      </a:r>
                    </a:p>
                  </a:txBody>
                  <a:tcPr marL="73152" marR="109728" marT="54864" marB="54864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0E8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400" b="0">
                          <a:solidFill>
                            <a:srgbClr val="15181C"/>
                          </a:solidFill>
                          <a:latin typeface="SUITE Medium"/>
                          <a:ea typeface="SUITE Medium"/>
                        </a:rPr>
                        <a:t>유닛별로 goal, stance를 따로 채운다</a:t>
                      </a:r>
                    </a:p>
                  </a:txBody>
                  <a:tcPr marL="73152" marR="109728" marT="54864" marB="54864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0E8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400" b="0">
                          <a:solidFill>
                            <a:srgbClr val="15181C"/>
                          </a:solidFill>
                          <a:latin typeface="SUITE SemiBold"/>
                          <a:ea typeface="SUITE SemiBold"/>
                        </a:rPr>
                        <a:t>"피 없는 애 빼"</a:t>
                      </a:r>
                    </a:p>
                  </a:txBody>
                  <a:tcPr marL="73152" marR="109728" marT="54864" marB="54864" anchor="ctr">
                    <a:lnL>
                      <a:noFill/>
                    </a:lnL>
                    <a:lnR>
                      <a:noFill/>
                    </a:lnR>
                    <a:lnT w="9525"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400" b="0" dirty="0" err="1">
                          <a:solidFill>
                            <a:srgbClr val="15181C"/>
                          </a:solidFill>
                          <a:latin typeface="SUITE Medium"/>
                          <a:ea typeface="SUITE Medium"/>
                        </a:rPr>
                        <a:t>전장</a:t>
                      </a:r>
                      <a:r>
                        <a:rPr sz="1400" b="0" dirty="0">
                          <a:solidFill>
                            <a:srgbClr val="15181C"/>
                          </a:solidFill>
                          <a:latin typeface="SUITE Medium"/>
                          <a:ea typeface="SUITE Medium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15181C"/>
                          </a:solidFill>
                          <a:latin typeface="SUITE Medium"/>
                          <a:ea typeface="SUITE Medium"/>
                        </a:rPr>
                        <a:t>상태</a:t>
                      </a:r>
                      <a:r>
                        <a:rPr sz="1400" b="0" dirty="0">
                          <a:solidFill>
                            <a:srgbClr val="15181C"/>
                          </a:solidFill>
                          <a:latin typeface="SUITE Medium"/>
                          <a:ea typeface="SUITE Medium"/>
                        </a:rPr>
                        <a:t>(HP, </a:t>
                      </a:r>
                      <a:r>
                        <a:rPr sz="1400" b="0" dirty="0" err="1">
                          <a:solidFill>
                            <a:srgbClr val="15181C"/>
                          </a:solidFill>
                          <a:latin typeface="SUITE Medium"/>
                          <a:ea typeface="SUITE Medium"/>
                        </a:rPr>
                        <a:t>좌표</a:t>
                      </a:r>
                      <a:r>
                        <a:rPr sz="1400" b="0" dirty="0">
                          <a:solidFill>
                            <a:srgbClr val="15181C"/>
                          </a:solidFill>
                          <a:latin typeface="SUITE Medium"/>
                          <a:ea typeface="SUITE Medium"/>
                        </a:rPr>
                        <a:t>)를 </a:t>
                      </a:r>
                      <a:r>
                        <a:rPr sz="1400" b="0" dirty="0" err="1">
                          <a:solidFill>
                            <a:srgbClr val="15181C"/>
                          </a:solidFill>
                          <a:latin typeface="SUITE Medium"/>
                          <a:ea typeface="SUITE Medium"/>
                        </a:rPr>
                        <a:t>읽고</a:t>
                      </a:r>
                      <a:r>
                        <a:rPr sz="1400" b="0" dirty="0">
                          <a:solidFill>
                            <a:srgbClr val="15181C"/>
                          </a:solidFill>
                          <a:latin typeface="SUITE Medium"/>
                          <a:ea typeface="SUITE Medium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15181C"/>
                          </a:solidFill>
                          <a:latin typeface="SUITE Medium"/>
                          <a:ea typeface="SUITE Medium"/>
                        </a:rPr>
                        <a:t>대상을</a:t>
                      </a:r>
                      <a:r>
                        <a:rPr sz="1400" b="0" dirty="0">
                          <a:solidFill>
                            <a:srgbClr val="15181C"/>
                          </a:solidFill>
                          <a:latin typeface="SUITE Medium"/>
                          <a:ea typeface="SUITE Medium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15181C"/>
                          </a:solidFill>
                          <a:latin typeface="SUITE Medium"/>
                          <a:ea typeface="SUITE Medium"/>
                        </a:rPr>
                        <a:t>고른다</a:t>
                      </a:r>
                      <a:endParaRPr sz="1400" b="0" dirty="0">
                        <a:solidFill>
                          <a:srgbClr val="15181C"/>
                        </a:solidFill>
                        <a:latin typeface="SUITE Medium"/>
                        <a:ea typeface="SUITE Medium"/>
                      </a:endParaRPr>
                    </a:p>
                  </a:txBody>
                  <a:tcPr marL="73152" marR="109728" marT="54864" marB="54864" anchor="ctr">
                    <a:lnL>
                      <a:noFill/>
                    </a:lnL>
                    <a:lnR>
                      <a:noFill/>
                    </a:lnR>
                    <a:lnT w="9525"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400" b="0">
                          <a:solidFill>
                            <a:srgbClr val="15181C"/>
                          </a:solidFill>
                          <a:latin typeface="SUITE SemiBold"/>
                          <a:ea typeface="SUITE SemiBold"/>
                        </a:rPr>
                        <a:t>"저격수부터 노려"</a:t>
                      </a:r>
                    </a:p>
                  </a:txBody>
                  <a:tcPr marL="73152" marR="109728" marT="54864" marB="54864" anchor="ctr">
                    <a:lnL>
                      <a:noFill/>
                    </a:lnL>
                    <a:lnR>
                      <a:noFill/>
                    </a:lnR>
                    <a:lnT w="9525"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400" b="0" dirty="0" err="1">
                          <a:solidFill>
                            <a:srgbClr val="15181C"/>
                          </a:solidFill>
                          <a:latin typeface="SUITE Medium"/>
                          <a:ea typeface="SUITE Medium"/>
                        </a:rPr>
                        <a:t>별명</a:t>
                      </a:r>
                      <a:r>
                        <a:rPr sz="1400" b="0" dirty="0">
                          <a:solidFill>
                            <a:srgbClr val="15181C"/>
                          </a:solidFill>
                          <a:latin typeface="SUITE Medium"/>
                          <a:ea typeface="SUITE Medium"/>
                        </a:rPr>
                        <a:t>, </a:t>
                      </a:r>
                      <a:r>
                        <a:rPr sz="1400" b="0" dirty="0" err="1">
                          <a:solidFill>
                            <a:srgbClr val="15181C"/>
                          </a:solidFill>
                          <a:latin typeface="SUITE Medium"/>
                          <a:ea typeface="SUITE Medium"/>
                        </a:rPr>
                        <a:t>동물</a:t>
                      </a:r>
                      <a:r>
                        <a:rPr sz="1400" b="0" dirty="0">
                          <a:solidFill>
                            <a:srgbClr val="15181C"/>
                          </a:solidFill>
                          <a:latin typeface="SUITE Medium"/>
                          <a:ea typeface="SUITE Medium"/>
                        </a:rPr>
                        <a:t>, </a:t>
                      </a:r>
                      <a:r>
                        <a:rPr sz="1400" b="0" dirty="0" err="1">
                          <a:solidFill>
                            <a:srgbClr val="15181C"/>
                          </a:solidFill>
                          <a:latin typeface="SUITE Medium"/>
                          <a:ea typeface="SUITE Medium"/>
                        </a:rPr>
                        <a:t>역할</a:t>
                      </a:r>
                      <a:r>
                        <a:rPr sz="1400" b="0" dirty="0">
                          <a:solidFill>
                            <a:srgbClr val="15181C"/>
                          </a:solidFill>
                          <a:latin typeface="SUITE Medium"/>
                          <a:ea typeface="SUITE Medium"/>
                        </a:rPr>
                        <a:t>, "저 </a:t>
                      </a:r>
                      <a:r>
                        <a:rPr sz="1400" b="0" dirty="0" err="1">
                          <a:solidFill>
                            <a:srgbClr val="15181C"/>
                          </a:solidFill>
                          <a:latin typeface="SUITE Medium"/>
                          <a:ea typeface="SUITE Medium"/>
                        </a:rPr>
                        <a:t>사람</a:t>
                      </a:r>
                      <a:r>
                        <a:rPr sz="1400" b="0" dirty="0">
                          <a:solidFill>
                            <a:srgbClr val="15181C"/>
                          </a:solidFill>
                          <a:latin typeface="SUITE Medium"/>
                          <a:ea typeface="SUITE Medium"/>
                        </a:rPr>
                        <a:t>" </a:t>
                      </a:r>
                      <a:r>
                        <a:rPr sz="1400" b="0" dirty="0" err="1">
                          <a:solidFill>
                            <a:srgbClr val="15181C"/>
                          </a:solidFill>
                          <a:latin typeface="SUITE Medium"/>
                          <a:ea typeface="SUITE Medium"/>
                        </a:rPr>
                        <a:t>무엇으로</a:t>
                      </a:r>
                      <a:r>
                        <a:rPr sz="1400" b="0" dirty="0">
                          <a:solidFill>
                            <a:srgbClr val="15181C"/>
                          </a:solidFill>
                          <a:latin typeface="SUITE Medium"/>
                          <a:ea typeface="SUITE Medium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15181C"/>
                          </a:solidFill>
                          <a:latin typeface="SUITE Medium"/>
                          <a:ea typeface="SUITE Medium"/>
                        </a:rPr>
                        <a:t>불러도</a:t>
                      </a:r>
                      <a:r>
                        <a:rPr sz="1400" b="0" dirty="0">
                          <a:solidFill>
                            <a:srgbClr val="15181C"/>
                          </a:solidFill>
                          <a:latin typeface="SUITE Medium"/>
                          <a:ea typeface="SUITE Medium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15181C"/>
                          </a:solidFill>
                          <a:latin typeface="SUITE Medium"/>
                          <a:ea typeface="SUITE Medium"/>
                        </a:rPr>
                        <a:t>찾는다</a:t>
                      </a:r>
                      <a:endParaRPr sz="1400" b="0" dirty="0">
                        <a:solidFill>
                          <a:srgbClr val="15181C"/>
                        </a:solidFill>
                        <a:latin typeface="SUITE Medium"/>
                        <a:ea typeface="SUITE Medium"/>
                      </a:endParaRPr>
                    </a:p>
                  </a:txBody>
                  <a:tcPr marL="73152" marR="109728" marT="54864" marB="54864" anchor="ctr">
                    <a:lnL>
                      <a:noFill/>
                    </a:lnL>
                    <a:lnR>
                      <a:noFill/>
                    </a:lnR>
                    <a:lnT w="9525"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400" b="0" dirty="0" err="1">
                          <a:solidFill>
                            <a:srgbClr val="15181C"/>
                          </a:solidFill>
                          <a:latin typeface="SUITE SemiBold"/>
                          <a:ea typeface="SUITE SemiBold"/>
                        </a:rPr>
                        <a:t>무리한</a:t>
                      </a:r>
                      <a:r>
                        <a:rPr sz="1400" b="0" dirty="0">
                          <a:solidFill>
                            <a:srgbClr val="15181C"/>
                          </a:solidFill>
                          <a:latin typeface="SUITE SemiBold"/>
                          <a:ea typeface="SUITE SemiBold"/>
                        </a:rPr>
                        <a:t> </a:t>
                      </a:r>
                      <a:r>
                        <a:rPr sz="1400" b="0" dirty="0" err="1" smtClean="0">
                          <a:solidFill>
                            <a:srgbClr val="15181C"/>
                          </a:solidFill>
                          <a:latin typeface="SUITE SemiBold"/>
                          <a:ea typeface="SUITE SemiBold"/>
                        </a:rPr>
                        <a:t>명령</a:t>
                      </a:r>
                      <a:endParaRPr lang="en-US" sz="1400" b="0" dirty="0" smtClean="0">
                        <a:solidFill>
                          <a:srgbClr val="15181C"/>
                        </a:solidFill>
                        <a:latin typeface="SUITE SemiBold"/>
                        <a:ea typeface="SUITE SemiBold"/>
                      </a:endParaRPr>
                    </a:p>
                    <a:p>
                      <a:pPr>
                        <a:lnSpc>
                          <a:spcPct val="115000"/>
                        </a:lnSpc>
                      </a:pPr>
                      <a:r>
                        <a:rPr sz="1400" b="0" dirty="0" smtClean="0">
                          <a:solidFill>
                            <a:srgbClr val="15181C"/>
                          </a:solidFill>
                          <a:latin typeface="SUITE SemiBold"/>
                          <a:ea typeface="SUITE SemiBold"/>
                        </a:rPr>
                        <a:t>(</a:t>
                      </a:r>
                      <a:r>
                        <a:rPr sz="1400" b="0" dirty="0">
                          <a:solidFill>
                            <a:srgbClr val="15181C"/>
                          </a:solidFill>
                          <a:latin typeface="SUITE SemiBold"/>
                          <a:ea typeface="SUITE SemiBold"/>
                        </a:rPr>
                        <a:t>HP 1로 셋 </a:t>
                      </a:r>
                      <a:r>
                        <a:rPr sz="1400" b="0" dirty="0" err="1">
                          <a:solidFill>
                            <a:srgbClr val="15181C"/>
                          </a:solidFill>
                          <a:latin typeface="SUITE SemiBold"/>
                          <a:ea typeface="SUITE SemiBold"/>
                        </a:rPr>
                        <a:t>있는</a:t>
                      </a:r>
                      <a:r>
                        <a:rPr sz="1400" b="0" dirty="0">
                          <a:solidFill>
                            <a:srgbClr val="15181C"/>
                          </a:solidFill>
                          <a:latin typeface="SUITE SemiBold"/>
                          <a:ea typeface="SUITE SemiBold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15181C"/>
                          </a:solidFill>
                          <a:latin typeface="SUITE SemiBold"/>
                          <a:ea typeface="SUITE SemiBold"/>
                        </a:rPr>
                        <a:t>거점</a:t>
                      </a:r>
                      <a:r>
                        <a:rPr sz="1400" b="0" dirty="0">
                          <a:solidFill>
                            <a:srgbClr val="15181C"/>
                          </a:solidFill>
                          <a:latin typeface="SUITE SemiBold"/>
                          <a:ea typeface="SUITE SemiBold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15181C"/>
                          </a:solidFill>
                          <a:latin typeface="SUITE SemiBold"/>
                          <a:ea typeface="SUITE SemiBold"/>
                        </a:rPr>
                        <a:t>진입</a:t>
                      </a:r>
                      <a:r>
                        <a:rPr sz="1400" b="0" dirty="0">
                          <a:solidFill>
                            <a:srgbClr val="15181C"/>
                          </a:solidFill>
                          <a:latin typeface="SUITE SemiBold"/>
                          <a:ea typeface="SUITE SemiBold"/>
                        </a:rPr>
                        <a:t>)</a:t>
                      </a:r>
                    </a:p>
                  </a:txBody>
                  <a:tcPr marL="73152" marR="109728" marT="54864" marB="54864" anchor="ctr">
                    <a:lnL>
                      <a:noFill/>
                    </a:lnL>
                    <a:lnR>
                      <a:noFill/>
                    </a:lnR>
                    <a:lnT w="9525"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400" b="0" dirty="0" err="1">
                          <a:solidFill>
                            <a:srgbClr val="15181C"/>
                          </a:solidFill>
                          <a:latin typeface="SUITE Medium"/>
                          <a:ea typeface="SUITE Medium"/>
                        </a:rPr>
                        <a:t>상황을</a:t>
                      </a:r>
                      <a:r>
                        <a:rPr sz="1400" b="0" dirty="0">
                          <a:solidFill>
                            <a:srgbClr val="15181C"/>
                          </a:solidFill>
                          <a:latin typeface="SUITE Medium"/>
                          <a:ea typeface="SUITE Medium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15181C"/>
                          </a:solidFill>
                          <a:latin typeface="SUITE Medium"/>
                          <a:ea typeface="SUITE Medium"/>
                        </a:rPr>
                        <a:t>보고</a:t>
                      </a:r>
                      <a:r>
                        <a:rPr sz="1400" b="0" dirty="0">
                          <a:solidFill>
                            <a:srgbClr val="15181C"/>
                          </a:solidFill>
                          <a:latin typeface="SUITE Medium"/>
                          <a:ea typeface="SUITE Medium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15181C"/>
                          </a:solidFill>
                          <a:latin typeface="SUITE Medium"/>
                          <a:ea typeface="SUITE Medium"/>
                        </a:rPr>
                        <a:t>거부하고</a:t>
                      </a:r>
                      <a:r>
                        <a:rPr sz="1400" b="0" dirty="0">
                          <a:solidFill>
                            <a:srgbClr val="15181C"/>
                          </a:solidFill>
                          <a:latin typeface="SUITE Medium"/>
                          <a:ea typeface="SUITE Medium"/>
                        </a:rPr>
                        <a:t>, </a:t>
                      </a:r>
                      <a:r>
                        <a:rPr sz="1400" b="0" dirty="0" err="1">
                          <a:solidFill>
                            <a:srgbClr val="15181C"/>
                          </a:solidFill>
                          <a:latin typeface="SUITE Medium"/>
                          <a:ea typeface="SUITE Medium"/>
                        </a:rPr>
                        <a:t>이유와</a:t>
                      </a:r>
                      <a:r>
                        <a:rPr sz="1400" b="0" dirty="0">
                          <a:solidFill>
                            <a:srgbClr val="15181C"/>
                          </a:solidFill>
                          <a:latin typeface="SUITE Medium"/>
                          <a:ea typeface="SUITE Medium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15181C"/>
                          </a:solidFill>
                          <a:latin typeface="SUITE Medium"/>
                          <a:ea typeface="SUITE Medium"/>
                        </a:rPr>
                        <a:t>대안을</a:t>
                      </a:r>
                      <a:r>
                        <a:rPr sz="1400" b="0" dirty="0">
                          <a:solidFill>
                            <a:srgbClr val="15181C"/>
                          </a:solidFill>
                          <a:latin typeface="SUITE Medium"/>
                          <a:ea typeface="SUITE Medium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15181C"/>
                          </a:solidFill>
                          <a:latin typeface="SUITE Medium"/>
                          <a:ea typeface="SUITE Medium"/>
                        </a:rPr>
                        <a:t>말한다</a:t>
                      </a:r>
                      <a:endParaRPr sz="1400" b="0" dirty="0">
                        <a:solidFill>
                          <a:srgbClr val="15181C"/>
                        </a:solidFill>
                        <a:latin typeface="SUITE Medium"/>
                        <a:ea typeface="SUITE Medium"/>
                      </a:endParaRPr>
                    </a:p>
                  </a:txBody>
                  <a:tcPr marL="73152" marR="109728" marT="54864" marB="54864" anchor="ctr">
                    <a:lnL>
                      <a:noFill/>
                    </a:lnL>
                    <a:lnR>
                      <a:noFill/>
                    </a:lnR>
                    <a:lnT w="9525"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400" b="0">
                          <a:solidFill>
                            <a:srgbClr val="15181C"/>
                          </a:solidFill>
                          <a:latin typeface="SUITE SemiBold"/>
                          <a:ea typeface="SUITE SemiBold"/>
                        </a:rPr>
                        <a:t>응답</a:t>
                      </a:r>
                    </a:p>
                  </a:txBody>
                  <a:tcPr marL="73152" marR="109728" marT="54864" marB="54864" anchor="ctr">
                    <a:lnL>
                      <a:noFill/>
                    </a:lnL>
                    <a:lnR>
                      <a:noFill/>
                    </a:lnR>
                    <a:lnT w="9525">
                      <a:noFill/>
                    </a:lnT>
                    <a:lnB w="9525">
                      <a:solidFill>
                        <a:srgbClr val="E3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400" b="0" dirty="0" err="1">
                          <a:solidFill>
                            <a:srgbClr val="15181C"/>
                          </a:solidFill>
                          <a:latin typeface="SUITE Medium"/>
                          <a:ea typeface="SUITE Medium"/>
                        </a:rPr>
                        <a:t>이해한</a:t>
                      </a:r>
                      <a:r>
                        <a:rPr sz="1400" b="0" dirty="0">
                          <a:solidFill>
                            <a:srgbClr val="15181C"/>
                          </a:solidFill>
                          <a:latin typeface="SUITE Medium"/>
                          <a:ea typeface="SUITE Medium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15181C"/>
                          </a:solidFill>
                          <a:latin typeface="SUITE Medium"/>
                          <a:ea typeface="SUITE Medium"/>
                        </a:rPr>
                        <a:t>내용을</a:t>
                      </a:r>
                      <a:r>
                        <a:rPr sz="1400" b="0" dirty="0">
                          <a:solidFill>
                            <a:srgbClr val="15181C"/>
                          </a:solidFill>
                          <a:latin typeface="SUITE Medium"/>
                          <a:ea typeface="SUITE Medium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15181C"/>
                          </a:solidFill>
                          <a:latin typeface="SUITE Medium"/>
                          <a:ea typeface="SUITE Medium"/>
                        </a:rPr>
                        <a:t>자기</a:t>
                      </a:r>
                      <a:r>
                        <a:rPr sz="1400" b="0" dirty="0">
                          <a:solidFill>
                            <a:srgbClr val="15181C"/>
                          </a:solidFill>
                          <a:latin typeface="SUITE Medium"/>
                          <a:ea typeface="SUITE Medium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15181C"/>
                          </a:solidFill>
                          <a:latin typeface="SUITE Medium"/>
                          <a:ea typeface="SUITE Medium"/>
                        </a:rPr>
                        <a:t>말투로</a:t>
                      </a:r>
                      <a:r>
                        <a:rPr sz="1400" b="0" dirty="0">
                          <a:solidFill>
                            <a:srgbClr val="15181C"/>
                          </a:solidFill>
                          <a:latin typeface="SUITE Medium"/>
                          <a:ea typeface="SUITE Medium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15181C"/>
                          </a:solidFill>
                          <a:latin typeface="SUITE Medium"/>
                          <a:ea typeface="SUITE Medium"/>
                        </a:rPr>
                        <a:t>되풀이한다</a:t>
                      </a:r>
                      <a:endParaRPr sz="1400" b="0" dirty="0">
                        <a:solidFill>
                          <a:srgbClr val="15181C"/>
                        </a:solidFill>
                        <a:latin typeface="SUITE Medium"/>
                        <a:ea typeface="SUITE Medium"/>
                      </a:endParaRPr>
                    </a:p>
                  </a:txBody>
                  <a:tcPr marL="73152" marR="109728" marT="54864" marB="54864" anchor="ctr">
                    <a:lnL>
                      <a:noFill/>
                    </a:lnL>
                    <a:lnR>
                      <a:noFill/>
                    </a:lnR>
                    <a:lnT w="9525">
                      <a:noFill/>
                    </a:lnT>
                    <a:lnB w="9525">
                      <a:solidFill>
                        <a:srgbClr val="E3E6EA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cxnSp>
        <p:nvCxnSpPr>
          <p:cNvPr id="4" name="Connector 3"/>
          <p:cNvCxnSpPr/>
          <p:nvPr/>
        </p:nvCxnSpPr>
        <p:spPr>
          <a:xfrm>
            <a:off x="640080" y="5257800"/>
            <a:ext cx="10911809" cy="0"/>
          </a:xfrm>
          <a:prstGeom prst="line">
            <a:avLst/>
          </a:prstGeom>
          <a:ln w="9525">
            <a:solidFill>
              <a:srgbClr val="E3E6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40080" y="5440680"/>
            <a:ext cx="4206240" cy="2966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buNone/>
            </a:pPr>
            <a:r>
              <a:rPr sz="1800" b="0" dirty="0" err="1" smtClean="0">
                <a:solidFill>
                  <a:srgbClr val="0E8C85"/>
                </a:solidFill>
                <a:latin typeface="SUITE ExtraBold"/>
                <a:ea typeface="SUITE ExtraBold"/>
              </a:rPr>
              <a:t>무전은</a:t>
            </a:r>
            <a:r>
              <a:rPr sz="1800" b="0" dirty="0" smtClean="0">
                <a:solidFill>
                  <a:srgbClr val="0E8C85"/>
                </a:solidFill>
                <a:latin typeface="SUITE ExtraBold"/>
                <a:ea typeface="SUITE ExtraBold"/>
              </a:rPr>
              <a:t> </a:t>
            </a:r>
            <a:r>
              <a:rPr sz="1800" b="0" dirty="0" err="1">
                <a:solidFill>
                  <a:srgbClr val="0E8C85"/>
                </a:solidFill>
                <a:latin typeface="SUITE ExtraBold"/>
                <a:ea typeface="SUITE ExtraBold"/>
              </a:rPr>
              <a:t>판단</a:t>
            </a:r>
            <a:r>
              <a:rPr sz="1800" b="0" dirty="0">
                <a:solidFill>
                  <a:srgbClr val="0E8C85"/>
                </a:solidFill>
                <a:latin typeface="SUITE ExtraBold"/>
                <a:ea typeface="SUITE ExtraBold"/>
              </a:rPr>
              <a:t>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990340" y="5470624"/>
            <a:ext cx="6583680" cy="2367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buNone/>
            </a:pPr>
            <a:r>
              <a:rPr sz="1300" b="0" dirty="0" err="1">
                <a:solidFill>
                  <a:srgbClr val="15181C"/>
                </a:solidFill>
                <a:latin typeface="SUITE Medium"/>
                <a:ea typeface="SUITE Medium"/>
              </a:rPr>
              <a:t>LLM의</a:t>
            </a:r>
            <a:r>
              <a:rPr sz="1300" b="0" dirty="0">
                <a:solidFill>
                  <a:srgbClr val="15181C"/>
                </a:solidFill>
                <a:latin typeface="SUITE Medium"/>
                <a:ea typeface="SUITE Medium"/>
              </a:rPr>
              <a:t> </a:t>
            </a:r>
            <a:r>
              <a:rPr sz="1300" b="0" dirty="0" err="1">
                <a:solidFill>
                  <a:srgbClr val="15181C"/>
                </a:solidFill>
                <a:latin typeface="SUITE Medium"/>
                <a:ea typeface="SUITE Medium"/>
              </a:rPr>
              <a:t>출력이</a:t>
            </a:r>
            <a:r>
              <a:rPr sz="1300" b="0" dirty="0">
                <a:solidFill>
                  <a:srgbClr val="15181C"/>
                </a:solidFill>
                <a:latin typeface="SUITE Medium"/>
                <a:ea typeface="SUITE Medium"/>
              </a:rPr>
              <a:t> </a:t>
            </a:r>
            <a:r>
              <a:rPr sz="1300" b="0" dirty="0" err="1">
                <a:solidFill>
                  <a:srgbClr val="15181C"/>
                </a:solidFill>
                <a:latin typeface="SUITE Medium"/>
                <a:ea typeface="SUITE Medium"/>
              </a:rPr>
              <a:t>실제로</a:t>
            </a:r>
            <a:r>
              <a:rPr sz="1300" b="0" dirty="0">
                <a:solidFill>
                  <a:srgbClr val="15181C"/>
                </a:solidFill>
                <a:latin typeface="SUITE Medium"/>
                <a:ea typeface="SUITE Medium"/>
              </a:rPr>
              <a:t> </a:t>
            </a:r>
            <a:r>
              <a:rPr sz="1300" b="0" dirty="0" err="1">
                <a:solidFill>
                  <a:srgbClr val="15181C"/>
                </a:solidFill>
                <a:latin typeface="SUITE Medium"/>
                <a:ea typeface="SUITE Medium"/>
              </a:rPr>
              <a:t>봇의</a:t>
            </a:r>
            <a:r>
              <a:rPr sz="1300" b="0" dirty="0">
                <a:solidFill>
                  <a:srgbClr val="15181C"/>
                </a:solidFill>
                <a:latin typeface="SUITE Medium"/>
                <a:ea typeface="SUITE Medium"/>
              </a:rPr>
              <a:t> </a:t>
            </a:r>
            <a:r>
              <a:rPr sz="1300" b="0" dirty="0" err="1">
                <a:solidFill>
                  <a:srgbClr val="15181C"/>
                </a:solidFill>
                <a:latin typeface="SUITE Medium"/>
                <a:ea typeface="SUITE Medium"/>
              </a:rPr>
              <a:t>목표</a:t>
            </a:r>
            <a:r>
              <a:rPr sz="1300" b="0" dirty="0">
                <a:solidFill>
                  <a:srgbClr val="15181C"/>
                </a:solidFill>
                <a:latin typeface="SUITE Medium"/>
                <a:ea typeface="SUITE Medium"/>
              </a:rPr>
              <a:t>, </a:t>
            </a:r>
            <a:r>
              <a:rPr sz="1300" b="0" dirty="0" err="1">
                <a:solidFill>
                  <a:srgbClr val="15181C"/>
                </a:solidFill>
                <a:latin typeface="SUITE Medium"/>
                <a:ea typeface="SUITE Medium"/>
              </a:rPr>
              <a:t>태세</a:t>
            </a:r>
            <a:r>
              <a:rPr sz="1300" b="0" dirty="0">
                <a:solidFill>
                  <a:srgbClr val="15181C"/>
                </a:solidFill>
                <a:latin typeface="SUITE Medium"/>
                <a:ea typeface="SUITE Medium"/>
              </a:rPr>
              <a:t>, </a:t>
            </a:r>
            <a:r>
              <a:rPr sz="1300" b="0" dirty="0" err="1">
                <a:solidFill>
                  <a:srgbClr val="15181C"/>
                </a:solidFill>
                <a:latin typeface="SUITE Medium"/>
                <a:ea typeface="SUITE Medium"/>
              </a:rPr>
              <a:t>타깃</a:t>
            </a:r>
            <a:r>
              <a:rPr sz="1300" b="0" dirty="0">
                <a:solidFill>
                  <a:srgbClr val="15181C"/>
                </a:solidFill>
                <a:latin typeface="SUITE Medium"/>
                <a:ea typeface="SUITE Medium"/>
              </a:rPr>
              <a:t>, </a:t>
            </a:r>
            <a:r>
              <a:rPr sz="1300" b="0" dirty="0" err="1">
                <a:solidFill>
                  <a:srgbClr val="15181C"/>
                </a:solidFill>
                <a:latin typeface="SUITE Medium"/>
                <a:ea typeface="SUITE Medium"/>
              </a:rPr>
              <a:t>복종</a:t>
            </a:r>
            <a:r>
              <a:rPr sz="1300" b="0" dirty="0">
                <a:solidFill>
                  <a:srgbClr val="15181C"/>
                </a:solidFill>
                <a:latin typeface="SUITE Medium"/>
                <a:ea typeface="SUITE Medium"/>
              </a:rPr>
              <a:t> </a:t>
            </a:r>
            <a:r>
              <a:rPr sz="1300" b="0" dirty="0" err="1">
                <a:solidFill>
                  <a:srgbClr val="15181C"/>
                </a:solidFill>
                <a:latin typeface="SUITE Medium"/>
                <a:ea typeface="SUITE Medium"/>
              </a:rPr>
              <a:t>여부를</a:t>
            </a:r>
            <a:r>
              <a:rPr sz="1300" b="0" dirty="0">
                <a:solidFill>
                  <a:srgbClr val="15181C"/>
                </a:solidFill>
                <a:latin typeface="SUITE Medium"/>
                <a:ea typeface="SUITE Medium"/>
              </a:rPr>
              <a:t> </a:t>
            </a:r>
            <a:r>
              <a:rPr sz="1300" b="0" dirty="0" err="1" smtClean="0">
                <a:solidFill>
                  <a:srgbClr val="15181C"/>
                </a:solidFill>
                <a:latin typeface="SUITE Medium"/>
                <a:ea typeface="SUITE Medium"/>
              </a:rPr>
              <a:t>바꾼다</a:t>
            </a:r>
            <a:r>
              <a:rPr lang="en-US" sz="1300" b="0" dirty="0" smtClean="0">
                <a:solidFill>
                  <a:srgbClr val="15181C"/>
                </a:solidFill>
                <a:latin typeface="SUITE Medium"/>
                <a:ea typeface="SUITE Medium"/>
              </a:rPr>
              <a:t>.</a:t>
            </a:r>
            <a:endParaRPr sz="1300" b="0" dirty="0">
              <a:solidFill>
                <a:srgbClr val="15181C"/>
              </a:solidFill>
              <a:latin typeface="SUITE Medium"/>
              <a:ea typeface="SUITE Medium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502920"/>
            <a:ext cx="10881360" cy="53091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buNone/>
            </a:pPr>
            <a:r>
              <a:rPr lang="ko-KR" altLang="en-US" sz="3000" b="0" dirty="0" err="1" smtClean="0">
                <a:solidFill>
                  <a:srgbClr val="15181C"/>
                </a:solidFill>
                <a:latin typeface="SUITE ExtraBold"/>
                <a:ea typeface="SUITE ExtraBold"/>
              </a:rPr>
              <a:t>캐릭터별로</a:t>
            </a:r>
            <a:r>
              <a:rPr lang="ko-KR" altLang="en-US" sz="3000" b="0" dirty="0" smtClean="0">
                <a:solidFill>
                  <a:srgbClr val="15181C"/>
                </a:solidFill>
                <a:latin typeface="SUITE ExtraBold"/>
                <a:ea typeface="SUITE ExtraBold"/>
              </a:rPr>
              <a:t> 성격을 설정</a:t>
            </a:r>
            <a:r>
              <a:rPr lang="en-US" altLang="ko-KR" sz="3000" b="0" dirty="0" smtClean="0">
                <a:solidFill>
                  <a:srgbClr val="15181C"/>
                </a:solidFill>
                <a:latin typeface="SUITE ExtraBold"/>
                <a:ea typeface="SUITE ExtraBold"/>
              </a:rPr>
              <a:t>, </a:t>
            </a:r>
            <a:r>
              <a:rPr lang="ko-KR" altLang="en-US" sz="3000" b="0" dirty="0" smtClean="0">
                <a:solidFill>
                  <a:srgbClr val="15181C"/>
                </a:solidFill>
                <a:latin typeface="SUITE ExtraBold"/>
                <a:ea typeface="SUITE ExtraBold"/>
              </a:rPr>
              <a:t>함께 뛰는 부대가 된다</a:t>
            </a:r>
            <a:endParaRPr sz="3000" b="0" dirty="0">
              <a:solidFill>
                <a:srgbClr val="15181C"/>
              </a:solidFill>
              <a:latin typeface="SUITE ExtraBold"/>
              <a:ea typeface="SUITE ExtraBold"/>
            </a:endParaRPr>
          </a:p>
        </p:txBody>
      </p:sp>
      <p:pic>
        <p:nvPicPr>
          <p:cNvPr id="3" name="Picture 2" descr="head_Tank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463040"/>
            <a:ext cx="566928" cy="56692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71600" y="1444752"/>
            <a:ext cx="1097280" cy="2831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buNone/>
            </a:pPr>
            <a:r>
              <a:rPr sz="1600" b="0" dirty="0" err="1">
                <a:solidFill>
                  <a:srgbClr val="15181C"/>
                </a:solidFill>
                <a:latin typeface="SUITE SemiBold"/>
                <a:ea typeface="SUITE SemiBold"/>
              </a:rPr>
              <a:t>너굴</a:t>
            </a:r>
            <a:endParaRPr sz="1600" b="0" dirty="0">
              <a:solidFill>
                <a:srgbClr val="15181C"/>
              </a:solidFill>
              <a:latin typeface="SUITE SemiBold"/>
              <a:ea typeface="SUITE SemiBold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371600" y="1737360"/>
            <a:ext cx="1097280" cy="1858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buNone/>
            </a:pPr>
            <a:r>
              <a:rPr sz="1050" b="0">
                <a:solidFill>
                  <a:srgbClr val="A0A6AE"/>
                </a:solidFill>
                <a:latin typeface="SUITE Medium"/>
                <a:ea typeface="SUITE Medium"/>
              </a:rPr>
              <a:t>너구리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14600" y="1444752"/>
            <a:ext cx="3566160" cy="247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buNone/>
            </a:pPr>
            <a:r>
              <a:rPr sz="1400" b="0">
                <a:solidFill>
                  <a:srgbClr val="6B7280"/>
                </a:solidFill>
                <a:latin typeface="SUITE Medium"/>
                <a:ea typeface="SUITE Medium"/>
              </a:rPr>
              <a:t>우직하고 말을 더듬는다. 무조건 따른다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14600" y="1737360"/>
            <a:ext cx="3566160" cy="247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buNone/>
            </a:pPr>
            <a:r>
              <a:rPr sz="1400" b="0">
                <a:solidFill>
                  <a:srgbClr val="15181C"/>
                </a:solidFill>
                <a:latin typeface="SUITE Medium"/>
                <a:ea typeface="SUITE Medium"/>
              </a:rPr>
              <a:t>"어, 어... A 거점으로 가라는 거지? 간다."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40080" y="2194560"/>
            <a:ext cx="5440680" cy="0"/>
          </a:xfrm>
          <a:prstGeom prst="line">
            <a:avLst/>
          </a:prstGeom>
          <a:ln w="9525">
            <a:solidFill>
              <a:srgbClr val="E3E6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" name="Picture 8" descr="head_Balanc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2331720"/>
            <a:ext cx="566928" cy="56692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371600" y="2313432"/>
            <a:ext cx="1097280" cy="2831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buNone/>
            </a:pPr>
            <a:r>
              <a:rPr sz="1600" b="0">
                <a:solidFill>
                  <a:srgbClr val="15181C"/>
                </a:solidFill>
                <a:latin typeface="SUITE SemiBold"/>
                <a:ea typeface="SUITE SemiBold"/>
              </a:rPr>
              <a:t>라니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2606039"/>
            <a:ext cx="1097280" cy="1858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buNone/>
            </a:pPr>
            <a:r>
              <a:rPr sz="1050" b="0">
                <a:solidFill>
                  <a:srgbClr val="A0A6AE"/>
                </a:solidFill>
                <a:latin typeface="SUITE Medium"/>
                <a:ea typeface="SUITE Medium"/>
              </a:rPr>
              <a:t>고라니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14600" y="2313432"/>
            <a:ext cx="3566160" cy="247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buNone/>
            </a:pPr>
            <a:r>
              <a:rPr sz="1400" b="0">
                <a:solidFill>
                  <a:srgbClr val="6B7280"/>
                </a:solidFill>
                <a:latin typeface="SUITE Medium"/>
                <a:ea typeface="SUITE Medium"/>
              </a:rPr>
              <a:t>막가파. 열에 셋은 명령을 무시하고 돌격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14600" y="2606039"/>
            <a:ext cx="3566160" cy="247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buNone/>
            </a:pPr>
            <a:r>
              <a:rPr sz="1400" b="0">
                <a:solidFill>
                  <a:srgbClr val="15181C"/>
                </a:solidFill>
                <a:latin typeface="SUITE Medium"/>
                <a:ea typeface="SUITE Medium"/>
              </a:rPr>
              <a:t>"끼에엑! 그런 거 몰라, 그냥 박는다!"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40080" y="3063239"/>
            <a:ext cx="5440680" cy="0"/>
          </a:xfrm>
          <a:prstGeom prst="line">
            <a:avLst/>
          </a:prstGeom>
          <a:ln w="9525">
            <a:solidFill>
              <a:srgbClr val="E3E6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5" name="Picture 14" descr="head_Assassin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3200400"/>
            <a:ext cx="566928" cy="566928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371600" y="3182112"/>
            <a:ext cx="1097280" cy="2831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buNone/>
            </a:pPr>
            <a:r>
              <a:rPr sz="1600" b="0">
                <a:solidFill>
                  <a:srgbClr val="15181C"/>
                </a:solidFill>
                <a:latin typeface="SUITE SemiBold"/>
                <a:ea typeface="SUITE SemiBold"/>
              </a:rPr>
              <a:t>깜냥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3474720"/>
            <a:ext cx="1097280" cy="17306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buNone/>
            </a:pPr>
            <a:r>
              <a:rPr sz="1050" b="0">
                <a:solidFill>
                  <a:srgbClr val="A0A6AE"/>
                </a:solidFill>
                <a:latin typeface="SUITE Medium"/>
                <a:ea typeface="SUITE Medium"/>
              </a:rPr>
              <a:t>검은 고양이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14600" y="3182112"/>
            <a:ext cx="3566160" cy="247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buNone/>
            </a:pPr>
            <a:r>
              <a:rPr sz="1400" b="0">
                <a:solidFill>
                  <a:srgbClr val="6B7280"/>
                </a:solidFill>
                <a:latin typeface="SUITE Medium"/>
                <a:ea typeface="SUITE Medium"/>
              </a:rPr>
              <a:t>충직하고 짧다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14600" y="3474720"/>
            <a:ext cx="3566160" cy="247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buNone/>
            </a:pPr>
            <a:r>
              <a:rPr sz="1400" b="0">
                <a:solidFill>
                  <a:srgbClr val="15181C"/>
                </a:solidFill>
                <a:latin typeface="SUITE Medium"/>
                <a:ea typeface="SUITE Medium"/>
              </a:rPr>
              <a:t>"B로. 이동."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40080" y="3931920"/>
            <a:ext cx="5440680" cy="0"/>
          </a:xfrm>
          <a:prstGeom prst="line">
            <a:avLst/>
          </a:prstGeom>
          <a:ln w="9525">
            <a:solidFill>
              <a:srgbClr val="E3E6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1" name="Picture 20" descr="head_Grenadier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" y="4069079"/>
            <a:ext cx="566928" cy="566928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371600" y="4050791"/>
            <a:ext cx="1097280" cy="2636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buNone/>
            </a:pPr>
            <a:r>
              <a:rPr sz="1600" b="0">
                <a:solidFill>
                  <a:srgbClr val="15181C"/>
                </a:solidFill>
                <a:latin typeface="SUITE SemiBold"/>
                <a:ea typeface="SUITE SemiBold"/>
              </a:rPr>
              <a:t>둘기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1600" y="4343399"/>
            <a:ext cx="1097280" cy="1858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buNone/>
            </a:pPr>
            <a:r>
              <a:rPr sz="1050" b="0">
                <a:solidFill>
                  <a:srgbClr val="A0A6AE"/>
                </a:solidFill>
                <a:latin typeface="SUITE Medium"/>
                <a:ea typeface="SUITE Medium"/>
              </a:rPr>
              <a:t>비둘기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14600" y="4050791"/>
            <a:ext cx="3566160" cy="247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buNone/>
            </a:pPr>
            <a:r>
              <a:rPr sz="1400" b="0">
                <a:solidFill>
                  <a:srgbClr val="6B7280"/>
                </a:solidFill>
                <a:latin typeface="SUITE Medium"/>
                <a:ea typeface="SUITE Medium"/>
              </a:rPr>
              <a:t>툴툴대며 되묻지만 결국 따른다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514600" y="4343399"/>
            <a:ext cx="3566160" cy="247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buNone/>
            </a:pPr>
            <a:r>
              <a:rPr sz="1400" b="0">
                <a:solidFill>
                  <a:srgbClr val="15181C"/>
                </a:solidFill>
                <a:latin typeface="SUITE Medium"/>
                <a:ea typeface="SUITE Medium"/>
              </a:rPr>
              <a:t>"앙? 지금요? 하... 갑니다. 구구."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40080" y="4800599"/>
            <a:ext cx="5440680" cy="0"/>
          </a:xfrm>
          <a:prstGeom prst="line">
            <a:avLst/>
          </a:prstGeom>
          <a:ln w="9525">
            <a:solidFill>
              <a:srgbClr val="E3E6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7" name="Picture 26" descr="head_Sniper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0080" y="4937760"/>
            <a:ext cx="566928" cy="566928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1371600" y="4919472"/>
            <a:ext cx="1097280" cy="2831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buNone/>
            </a:pPr>
            <a:r>
              <a:rPr sz="1600" b="0">
                <a:solidFill>
                  <a:srgbClr val="15181C"/>
                </a:solidFill>
                <a:latin typeface="SUITE SemiBold"/>
                <a:ea typeface="SUITE SemiBold"/>
              </a:rPr>
              <a:t>까돌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71600" y="5212080"/>
            <a:ext cx="1097280" cy="1858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buNone/>
            </a:pPr>
            <a:r>
              <a:rPr sz="1050" b="0">
                <a:solidFill>
                  <a:srgbClr val="A0A6AE"/>
                </a:solidFill>
                <a:latin typeface="SUITE Medium"/>
                <a:ea typeface="SUITE Medium"/>
              </a:rPr>
              <a:t>까치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514600" y="4919472"/>
            <a:ext cx="3566160" cy="247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buNone/>
            </a:pPr>
            <a:r>
              <a:rPr sz="1400" b="0">
                <a:solidFill>
                  <a:srgbClr val="6B7280"/>
                </a:solidFill>
                <a:latin typeface="SUITE Medium"/>
                <a:ea typeface="SUITE Medium"/>
              </a:rPr>
              <a:t>영리하다. 명백히 틀린 명령에만 반문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514600" y="5212080"/>
            <a:ext cx="3566160" cy="247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buNone/>
            </a:pPr>
            <a:r>
              <a:rPr sz="1400" b="0">
                <a:solidFill>
                  <a:srgbClr val="15181C"/>
                </a:solidFill>
                <a:latin typeface="SUITE Medium"/>
                <a:ea typeface="SUITE Medium"/>
              </a:rPr>
              <a:t>"이미 잃은 거점입니다. 그래도 갑니까?"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75120" y="1463040"/>
            <a:ext cx="4846320" cy="2307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buNone/>
            </a:pPr>
            <a:r>
              <a:rPr sz="1400" b="0" dirty="0" err="1">
                <a:solidFill>
                  <a:srgbClr val="0E8C85"/>
                </a:solidFill>
                <a:latin typeface="SUITE SemiBold"/>
                <a:ea typeface="SUITE SemiBold"/>
              </a:rPr>
              <a:t>이해한</a:t>
            </a:r>
            <a:r>
              <a:rPr sz="1400" b="0" dirty="0">
                <a:solidFill>
                  <a:srgbClr val="0E8C85"/>
                </a:solidFill>
                <a:latin typeface="SUITE SemiBold"/>
                <a:ea typeface="SUITE SemiBold"/>
              </a:rPr>
              <a:t> </a:t>
            </a:r>
            <a:r>
              <a:rPr sz="1400" b="0" dirty="0" err="1">
                <a:solidFill>
                  <a:srgbClr val="0E8C85"/>
                </a:solidFill>
                <a:latin typeface="SUITE SemiBold"/>
                <a:ea typeface="SUITE SemiBold"/>
              </a:rPr>
              <a:t>명령을</a:t>
            </a:r>
            <a:r>
              <a:rPr sz="1400" b="0" dirty="0">
                <a:solidFill>
                  <a:srgbClr val="0E8C85"/>
                </a:solidFill>
                <a:latin typeface="SUITE SemiBold"/>
                <a:ea typeface="SUITE SemiBold"/>
              </a:rPr>
              <a:t> </a:t>
            </a:r>
            <a:r>
              <a:rPr sz="1400" b="0" dirty="0" err="1">
                <a:solidFill>
                  <a:srgbClr val="0E8C85"/>
                </a:solidFill>
                <a:latin typeface="SUITE SemiBold"/>
                <a:ea typeface="SUITE SemiBold"/>
              </a:rPr>
              <a:t>되풀이한다</a:t>
            </a:r>
            <a:endParaRPr sz="1400" b="0" dirty="0">
              <a:solidFill>
                <a:srgbClr val="0E8C85"/>
              </a:solidFill>
              <a:latin typeface="SUITE SemiBold"/>
              <a:ea typeface="SUITE SemiBold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6675120" y="1792224"/>
            <a:ext cx="4846320" cy="2400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buNone/>
            </a:pPr>
            <a:r>
              <a:rPr sz="1200" b="0" dirty="0">
                <a:solidFill>
                  <a:srgbClr val="6B7280"/>
                </a:solidFill>
                <a:latin typeface="SUITE Medium"/>
                <a:ea typeface="SUITE Medium"/>
              </a:rPr>
              <a:t>"</a:t>
            </a:r>
            <a:r>
              <a:rPr sz="1200" b="0" dirty="0" err="1">
                <a:solidFill>
                  <a:srgbClr val="6B7280"/>
                </a:solidFill>
                <a:latin typeface="SUITE Medium"/>
                <a:ea typeface="SUITE Medium"/>
              </a:rPr>
              <a:t>알겠습니다"가</a:t>
            </a:r>
            <a:r>
              <a:rPr sz="1200" b="0" dirty="0">
                <a:solidFill>
                  <a:srgbClr val="6B7280"/>
                </a:solidFill>
                <a:latin typeface="SUITE Medium"/>
                <a:ea typeface="SUITE Medium"/>
              </a:rPr>
              <a:t> </a:t>
            </a:r>
            <a:r>
              <a:rPr sz="1200" b="0" dirty="0" err="1">
                <a:solidFill>
                  <a:srgbClr val="6B7280"/>
                </a:solidFill>
                <a:latin typeface="SUITE Medium"/>
                <a:ea typeface="SUITE Medium"/>
              </a:rPr>
              <a:t>아니라</a:t>
            </a:r>
            <a:r>
              <a:rPr sz="1200" b="0" dirty="0">
                <a:solidFill>
                  <a:srgbClr val="6B7280"/>
                </a:solidFill>
                <a:latin typeface="SUITE Medium"/>
                <a:ea typeface="SUITE Medium"/>
              </a:rPr>
              <a:t> </a:t>
            </a:r>
            <a:r>
              <a:rPr sz="1200" b="0" dirty="0" err="1">
                <a:solidFill>
                  <a:srgbClr val="6B7280"/>
                </a:solidFill>
                <a:latin typeface="SUITE Medium"/>
                <a:ea typeface="SUITE Medium"/>
              </a:rPr>
              <a:t>자기가</a:t>
            </a:r>
            <a:r>
              <a:rPr sz="1200" b="0" dirty="0">
                <a:solidFill>
                  <a:srgbClr val="6B7280"/>
                </a:solidFill>
                <a:latin typeface="SUITE Medium"/>
                <a:ea typeface="SUITE Medium"/>
              </a:rPr>
              <a:t> </a:t>
            </a:r>
            <a:r>
              <a:rPr sz="1200" b="0" dirty="0" err="1">
                <a:solidFill>
                  <a:srgbClr val="6B7280"/>
                </a:solidFill>
                <a:latin typeface="SUITE Medium"/>
                <a:ea typeface="SUITE Medium"/>
              </a:rPr>
              <a:t>이해한</a:t>
            </a:r>
            <a:r>
              <a:rPr sz="1200" b="0" dirty="0">
                <a:solidFill>
                  <a:srgbClr val="6B7280"/>
                </a:solidFill>
                <a:latin typeface="SUITE Medium"/>
                <a:ea typeface="SUITE Medium"/>
              </a:rPr>
              <a:t> </a:t>
            </a:r>
            <a:r>
              <a:rPr sz="1200" b="0" dirty="0" err="1">
                <a:solidFill>
                  <a:srgbClr val="6B7280"/>
                </a:solidFill>
                <a:latin typeface="SUITE Medium"/>
                <a:ea typeface="SUITE Medium"/>
              </a:rPr>
              <a:t>내용을</a:t>
            </a:r>
            <a:r>
              <a:rPr sz="1200" b="0" dirty="0">
                <a:solidFill>
                  <a:srgbClr val="6B7280"/>
                </a:solidFill>
                <a:latin typeface="SUITE Medium"/>
                <a:ea typeface="SUITE Medium"/>
              </a:rPr>
              <a:t> </a:t>
            </a:r>
            <a:r>
              <a:rPr sz="1200" b="0" dirty="0" err="1">
                <a:solidFill>
                  <a:srgbClr val="6B7280"/>
                </a:solidFill>
                <a:latin typeface="SUITE Medium"/>
                <a:ea typeface="SUITE Medium"/>
              </a:rPr>
              <a:t>자기</a:t>
            </a:r>
            <a:r>
              <a:rPr sz="1200" b="0" dirty="0">
                <a:solidFill>
                  <a:srgbClr val="6B7280"/>
                </a:solidFill>
                <a:latin typeface="SUITE Medium"/>
                <a:ea typeface="SUITE Medium"/>
              </a:rPr>
              <a:t> </a:t>
            </a:r>
            <a:r>
              <a:rPr sz="1200" b="0" dirty="0" err="1" smtClean="0">
                <a:solidFill>
                  <a:srgbClr val="6B7280"/>
                </a:solidFill>
                <a:latin typeface="SUITE Medium"/>
                <a:ea typeface="SUITE Medium"/>
              </a:rPr>
              <a:t>말투로</a:t>
            </a:r>
            <a:r>
              <a:rPr lang="en-US" sz="1200" b="0" dirty="0" smtClean="0">
                <a:solidFill>
                  <a:srgbClr val="6B7280"/>
                </a:solidFill>
                <a:latin typeface="SUITE Medium"/>
                <a:ea typeface="SUITE Medium"/>
              </a:rPr>
              <a:t> </a:t>
            </a:r>
            <a:r>
              <a:rPr lang="ko-KR" altLang="en-US" sz="1200" b="0" dirty="0" smtClean="0">
                <a:solidFill>
                  <a:srgbClr val="6B7280"/>
                </a:solidFill>
                <a:latin typeface="SUITE Medium"/>
                <a:ea typeface="SUITE Medium"/>
              </a:rPr>
              <a:t>대답한다</a:t>
            </a:r>
            <a:r>
              <a:rPr lang="en-US" altLang="ko-KR" sz="1200" b="0" dirty="0" smtClean="0">
                <a:solidFill>
                  <a:srgbClr val="6B7280"/>
                </a:solidFill>
                <a:latin typeface="SUITE Medium"/>
                <a:ea typeface="SUITE Medium"/>
              </a:rPr>
              <a:t>.</a:t>
            </a:r>
            <a:endParaRPr sz="1200" b="0" dirty="0">
              <a:solidFill>
                <a:srgbClr val="6B7280"/>
              </a:solidFill>
              <a:latin typeface="SUITE Medium"/>
              <a:ea typeface="SUITE Medium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6675120" y="4434038"/>
            <a:ext cx="4846320" cy="247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buNone/>
            </a:pPr>
            <a:r>
              <a:rPr lang="ko-KR" altLang="en-US" sz="1400" b="0" dirty="0" smtClean="0">
                <a:solidFill>
                  <a:srgbClr val="0E8C85"/>
                </a:solidFill>
                <a:latin typeface="SUITE SemiBold"/>
                <a:ea typeface="SUITE SemiBold"/>
              </a:rPr>
              <a:t>특색은 말 뿐만이 아닌 </a:t>
            </a:r>
            <a:r>
              <a:rPr lang="ko-KR" altLang="en-US" sz="1400" b="0" dirty="0" err="1" smtClean="0">
                <a:solidFill>
                  <a:srgbClr val="0E8C85"/>
                </a:solidFill>
                <a:latin typeface="SUITE SemiBold"/>
                <a:ea typeface="SUITE SemiBold"/>
              </a:rPr>
              <a:t>클래스별</a:t>
            </a:r>
            <a:r>
              <a:rPr lang="ko-KR" altLang="en-US" sz="1400" b="0" dirty="0" smtClean="0">
                <a:solidFill>
                  <a:srgbClr val="0E8C85"/>
                </a:solidFill>
                <a:latin typeface="SUITE SemiBold"/>
                <a:ea typeface="SUITE SemiBold"/>
              </a:rPr>
              <a:t> 행동으로도 나타난다</a:t>
            </a:r>
            <a:endParaRPr sz="1400" b="0" dirty="0">
              <a:solidFill>
                <a:srgbClr val="0E8C85"/>
              </a:solidFill>
              <a:latin typeface="SUITE SemiBold"/>
              <a:ea typeface="SUITE SemiBold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6675120" y="4753493"/>
            <a:ext cx="4846320" cy="4585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30000"/>
              </a:lnSpc>
            </a:pPr>
            <a:r>
              <a:rPr lang="ko-KR" altLang="en-US" sz="1200" dirty="0">
                <a:solidFill>
                  <a:srgbClr val="6B7280"/>
                </a:solidFill>
                <a:latin typeface="SUITE Medium" pitchFamily="2" charset="-127"/>
                <a:ea typeface="SUITE Medium" pitchFamily="2" charset="-127"/>
              </a:rPr>
              <a:t>까치는 거점 대신 고지대에 앉고</a:t>
            </a:r>
            <a:r>
              <a:rPr lang="en-US" altLang="ko-KR" sz="1200" dirty="0">
                <a:solidFill>
                  <a:srgbClr val="6B7280"/>
                </a:solidFill>
                <a:latin typeface="SUITE Medium" pitchFamily="2" charset="-127"/>
                <a:ea typeface="SUITE Medium" pitchFamily="2" charset="-127"/>
              </a:rPr>
              <a:t>, </a:t>
            </a:r>
            <a:r>
              <a:rPr lang="ko-KR" altLang="en-US" sz="1200" dirty="0">
                <a:solidFill>
                  <a:srgbClr val="6B7280"/>
                </a:solidFill>
                <a:latin typeface="SUITE Medium" pitchFamily="2" charset="-127"/>
                <a:ea typeface="SUITE Medium" pitchFamily="2" charset="-127"/>
              </a:rPr>
              <a:t>검은 고양이는 혼자 돌며 </a:t>
            </a:r>
            <a:r>
              <a:rPr lang="ko-KR" altLang="en-US" sz="1200" dirty="0" err="1">
                <a:solidFill>
                  <a:srgbClr val="6B7280"/>
                </a:solidFill>
                <a:latin typeface="SUITE Medium" pitchFamily="2" charset="-127"/>
                <a:ea typeface="SUITE Medium" pitchFamily="2" charset="-127"/>
              </a:rPr>
              <a:t>유리몸을</a:t>
            </a:r>
            <a:r>
              <a:rPr lang="ko-KR" altLang="en-US" sz="1200" dirty="0">
                <a:solidFill>
                  <a:srgbClr val="6B7280"/>
                </a:solidFill>
                <a:latin typeface="SUITE Medium" pitchFamily="2" charset="-127"/>
                <a:ea typeface="SUITE Medium" pitchFamily="2" charset="-127"/>
              </a:rPr>
              <a:t> 노리고</a:t>
            </a:r>
            <a:r>
              <a:rPr lang="en-US" altLang="ko-KR" sz="1200" dirty="0">
                <a:solidFill>
                  <a:srgbClr val="6B7280"/>
                </a:solidFill>
                <a:latin typeface="SUITE Medium" pitchFamily="2" charset="-127"/>
                <a:ea typeface="SUITE Medium" pitchFamily="2" charset="-127"/>
              </a:rPr>
              <a:t>, </a:t>
            </a:r>
            <a:r>
              <a:rPr lang="ko-KR" altLang="en-US" sz="1200" dirty="0">
                <a:solidFill>
                  <a:srgbClr val="6B7280"/>
                </a:solidFill>
                <a:latin typeface="SUITE Medium" pitchFamily="2" charset="-127"/>
                <a:ea typeface="SUITE Medium" pitchFamily="2" charset="-127"/>
              </a:rPr>
              <a:t>너구리는 아군 옆에 붙는다</a:t>
            </a:r>
            <a:endParaRPr sz="1200" b="0" dirty="0">
              <a:solidFill>
                <a:srgbClr val="6B7280"/>
              </a:solidFill>
              <a:latin typeface="SUITE Medium" pitchFamily="2" charset="-127"/>
              <a:ea typeface="SUITE Medium" pitchFamily="2" charset="-127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6675120" y="2313432"/>
            <a:ext cx="4846320" cy="2307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buNone/>
            </a:pPr>
            <a:r>
              <a:rPr sz="1400" b="0" dirty="0" err="1" smtClean="0">
                <a:solidFill>
                  <a:srgbClr val="0E8C85"/>
                </a:solidFill>
                <a:latin typeface="SUITE SemiBold"/>
                <a:ea typeface="SUITE SemiBold"/>
              </a:rPr>
              <a:t>사건</a:t>
            </a:r>
            <a:r>
              <a:rPr sz="1400" b="0" dirty="0" smtClean="0">
                <a:solidFill>
                  <a:srgbClr val="0E8C85"/>
                </a:solidFill>
                <a:latin typeface="SUITE SemiBold"/>
                <a:ea typeface="SUITE SemiBold"/>
              </a:rPr>
              <a:t> </a:t>
            </a:r>
            <a:r>
              <a:rPr sz="1400" b="0" dirty="0" err="1">
                <a:solidFill>
                  <a:srgbClr val="0E8C85"/>
                </a:solidFill>
                <a:latin typeface="SUITE SemiBold"/>
                <a:ea typeface="SUITE SemiBold"/>
              </a:rPr>
              <a:t>브리핑</a:t>
            </a:r>
            <a:endParaRPr sz="1400" b="0" dirty="0">
              <a:solidFill>
                <a:srgbClr val="0E8C85"/>
              </a:solidFill>
              <a:latin typeface="SUITE SemiBold"/>
              <a:ea typeface="SUITE SemiBold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6675120" y="2629108"/>
            <a:ext cx="4846320" cy="4585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buNone/>
            </a:pPr>
            <a:r>
              <a:rPr sz="1200" b="0" dirty="0" err="1">
                <a:solidFill>
                  <a:srgbClr val="6B7280"/>
                </a:solidFill>
                <a:latin typeface="SUITE Medium"/>
                <a:ea typeface="SUITE Medium"/>
              </a:rPr>
              <a:t>거점을</a:t>
            </a:r>
            <a:r>
              <a:rPr sz="1200" b="0" dirty="0">
                <a:solidFill>
                  <a:srgbClr val="6B7280"/>
                </a:solidFill>
                <a:latin typeface="SUITE Medium"/>
                <a:ea typeface="SUITE Medium"/>
              </a:rPr>
              <a:t> </a:t>
            </a:r>
            <a:r>
              <a:rPr sz="1200" b="0" dirty="0" err="1">
                <a:solidFill>
                  <a:srgbClr val="6B7280"/>
                </a:solidFill>
                <a:latin typeface="SUITE Medium"/>
                <a:ea typeface="SUITE Medium"/>
              </a:rPr>
              <a:t>잃거나</a:t>
            </a:r>
            <a:r>
              <a:rPr sz="1200" b="0" dirty="0">
                <a:solidFill>
                  <a:srgbClr val="6B7280"/>
                </a:solidFill>
                <a:latin typeface="SUITE Medium"/>
                <a:ea typeface="SUITE Medium"/>
              </a:rPr>
              <a:t>, </a:t>
            </a:r>
            <a:r>
              <a:rPr sz="1200" b="0" dirty="0" err="1">
                <a:solidFill>
                  <a:srgbClr val="6B7280"/>
                </a:solidFill>
                <a:latin typeface="SUITE Medium"/>
                <a:ea typeface="SUITE Medium"/>
              </a:rPr>
              <a:t>아군</a:t>
            </a:r>
            <a:r>
              <a:rPr sz="1200" b="0" dirty="0">
                <a:solidFill>
                  <a:srgbClr val="6B7280"/>
                </a:solidFill>
                <a:latin typeface="SUITE Medium"/>
                <a:ea typeface="SUITE Medium"/>
              </a:rPr>
              <a:t> </a:t>
            </a:r>
            <a:r>
              <a:rPr sz="1200" b="0" dirty="0" err="1">
                <a:solidFill>
                  <a:srgbClr val="6B7280"/>
                </a:solidFill>
                <a:latin typeface="SUITE Medium"/>
                <a:ea typeface="SUITE Medium"/>
              </a:rPr>
              <a:t>HP가</a:t>
            </a:r>
            <a:r>
              <a:rPr sz="1200" b="0" dirty="0">
                <a:solidFill>
                  <a:srgbClr val="6B7280"/>
                </a:solidFill>
                <a:latin typeface="SUITE Medium"/>
                <a:ea typeface="SUITE Medium"/>
              </a:rPr>
              <a:t> 1이 </a:t>
            </a:r>
            <a:r>
              <a:rPr sz="1200" b="0" dirty="0" err="1">
                <a:solidFill>
                  <a:srgbClr val="6B7280"/>
                </a:solidFill>
                <a:latin typeface="SUITE Medium"/>
                <a:ea typeface="SUITE Medium"/>
              </a:rPr>
              <a:t>되거나</a:t>
            </a:r>
            <a:r>
              <a:rPr sz="1200" b="0" dirty="0">
                <a:solidFill>
                  <a:srgbClr val="6B7280"/>
                </a:solidFill>
                <a:latin typeface="SUITE Medium"/>
                <a:ea typeface="SUITE Medium"/>
              </a:rPr>
              <a:t>, </a:t>
            </a:r>
            <a:r>
              <a:rPr sz="1200" b="0" dirty="0" err="1">
                <a:solidFill>
                  <a:srgbClr val="6B7280"/>
                </a:solidFill>
                <a:latin typeface="SUITE Medium"/>
                <a:ea typeface="SUITE Medium"/>
              </a:rPr>
              <a:t>적이</a:t>
            </a:r>
            <a:r>
              <a:rPr sz="1200" b="0" dirty="0">
                <a:solidFill>
                  <a:srgbClr val="6B7280"/>
                </a:solidFill>
                <a:latin typeface="SUITE Medium"/>
                <a:ea typeface="SUITE Medium"/>
              </a:rPr>
              <a:t> </a:t>
            </a:r>
            <a:r>
              <a:rPr sz="1200" b="0" dirty="0" err="1">
                <a:solidFill>
                  <a:srgbClr val="6B7280"/>
                </a:solidFill>
                <a:latin typeface="SUITE Medium"/>
                <a:ea typeface="SUITE Medium"/>
              </a:rPr>
              <a:t>우리</a:t>
            </a:r>
            <a:r>
              <a:rPr sz="1200" b="0" dirty="0">
                <a:solidFill>
                  <a:srgbClr val="6B7280"/>
                </a:solidFill>
                <a:latin typeface="SUITE Medium"/>
                <a:ea typeface="SUITE Medium"/>
              </a:rPr>
              <a:t> </a:t>
            </a:r>
            <a:r>
              <a:rPr sz="1200" b="0" dirty="0" err="1">
                <a:solidFill>
                  <a:srgbClr val="6B7280"/>
                </a:solidFill>
                <a:latin typeface="SUITE Medium"/>
                <a:ea typeface="SUITE Medium"/>
              </a:rPr>
              <a:t>거점에</a:t>
            </a:r>
            <a:r>
              <a:rPr sz="1200" b="0" dirty="0">
                <a:solidFill>
                  <a:srgbClr val="6B7280"/>
                </a:solidFill>
                <a:latin typeface="SUITE Medium"/>
                <a:ea typeface="SUITE Medium"/>
              </a:rPr>
              <a:t> </a:t>
            </a:r>
            <a:r>
              <a:rPr sz="1200" b="0" dirty="0" err="1">
                <a:solidFill>
                  <a:srgbClr val="6B7280"/>
                </a:solidFill>
                <a:latin typeface="SUITE Medium"/>
                <a:ea typeface="SUITE Medium"/>
              </a:rPr>
              <a:t>들어오면</a:t>
            </a:r>
            <a:r>
              <a:rPr sz="1200" b="0" dirty="0">
                <a:solidFill>
                  <a:srgbClr val="6B7280"/>
                </a:solidFill>
                <a:latin typeface="SUITE Medium"/>
                <a:ea typeface="SUITE Medium"/>
              </a:rPr>
              <a:t> </a:t>
            </a:r>
            <a:r>
              <a:rPr sz="1200" b="0" dirty="0" err="1">
                <a:solidFill>
                  <a:srgbClr val="6B7280"/>
                </a:solidFill>
                <a:latin typeface="SUITE Medium"/>
                <a:ea typeface="SUITE Medium"/>
              </a:rPr>
              <a:t>무전을</a:t>
            </a:r>
            <a:r>
              <a:rPr sz="1200" b="0" dirty="0">
                <a:solidFill>
                  <a:srgbClr val="6B7280"/>
                </a:solidFill>
                <a:latin typeface="SUITE Medium"/>
                <a:ea typeface="SUITE Medium"/>
              </a:rPr>
              <a:t> </a:t>
            </a:r>
            <a:r>
              <a:rPr sz="1200" b="0" dirty="0" err="1">
                <a:solidFill>
                  <a:srgbClr val="6B7280"/>
                </a:solidFill>
                <a:latin typeface="SUITE Medium"/>
                <a:ea typeface="SUITE Medium"/>
              </a:rPr>
              <a:t>열지</a:t>
            </a:r>
            <a:r>
              <a:rPr sz="1200" b="0" dirty="0">
                <a:solidFill>
                  <a:srgbClr val="6B7280"/>
                </a:solidFill>
                <a:latin typeface="SUITE Medium"/>
                <a:ea typeface="SUITE Medium"/>
              </a:rPr>
              <a:t> </a:t>
            </a:r>
            <a:r>
              <a:rPr sz="1200" b="0" dirty="0" err="1">
                <a:solidFill>
                  <a:srgbClr val="6B7280"/>
                </a:solidFill>
                <a:latin typeface="SUITE Medium"/>
                <a:ea typeface="SUITE Medium"/>
              </a:rPr>
              <a:t>않아도</a:t>
            </a:r>
            <a:r>
              <a:rPr sz="1200" b="0" dirty="0">
                <a:solidFill>
                  <a:srgbClr val="6B7280"/>
                </a:solidFill>
                <a:latin typeface="SUITE Medium"/>
                <a:ea typeface="SUITE Medium"/>
              </a:rPr>
              <a:t> </a:t>
            </a:r>
            <a:r>
              <a:rPr sz="1200" b="0" dirty="0" err="1">
                <a:solidFill>
                  <a:srgbClr val="6B7280"/>
                </a:solidFill>
                <a:latin typeface="SUITE Medium"/>
                <a:ea typeface="SUITE Medium"/>
              </a:rPr>
              <a:t>분대가</a:t>
            </a:r>
            <a:r>
              <a:rPr sz="1200" b="0" dirty="0">
                <a:solidFill>
                  <a:srgbClr val="6B7280"/>
                </a:solidFill>
                <a:latin typeface="SUITE Medium"/>
                <a:ea typeface="SUITE Medium"/>
              </a:rPr>
              <a:t> </a:t>
            </a:r>
            <a:r>
              <a:rPr sz="1200" b="0" dirty="0" err="1">
                <a:solidFill>
                  <a:srgbClr val="6B7280"/>
                </a:solidFill>
                <a:latin typeface="SUITE Medium"/>
                <a:ea typeface="SUITE Medium"/>
              </a:rPr>
              <a:t>먼저</a:t>
            </a:r>
            <a:r>
              <a:rPr sz="1200" b="0" dirty="0">
                <a:solidFill>
                  <a:srgbClr val="6B7280"/>
                </a:solidFill>
                <a:latin typeface="SUITE Medium"/>
                <a:ea typeface="SUITE Medium"/>
              </a:rPr>
              <a:t> </a:t>
            </a:r>
            <a:r>
              <a:rPr sz="1200" b="0" dirty="0" err="1">
                <a:solidFill>
                  <a:srgbClr val="6B7280"/>
                </a:solidFill>
                <a:latin typeface="SUITE Medium"/>
                <a:ea typeface="SUITE Medium"/>
              </a:rPr>
              <a:t>말한다</a:t>
            </a:r>
            <a:r>
              <a:rPr sz="1200" b="0" dirty="0">
                <a:solidFill>
                  <a:srgbClr val="6B7280"/>
                </a:solidFill>
                <a:latin typeface="SUITE Medium"/>
                <a:ea typeface="SUITE Medium"/>
              </a:rPr>
              <a:t>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75120" y="3375079"/>
            <a:ext cx="4846320" cy="247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buNone/>
            </a:pPr>
            <a:r>
              <a:rPr lang="ko-KR" altLang="en-US" sz="1400" dirty="0" smtClean="0">
                <a:solidFill>
                  <a:srgbClr val="0E8C85"/>
                </a:solidFill>
                <a:latin typeface="SUITE SemiBold"/>
                <a:ea typeface="SUITE SemiBold"/>
              </a:rPr>
              <a:t>성격에 따라 명령에 불복종하고 반문하기도 한다</a:t>
            </a:r>
            <a:endParaRPr sz="1400" b="0" dirty="0">
              <a:solidFill>
                <a:srgbClr val="0E8C85"/>
              </a:solidFill>
              <a:latin typeface="SUITE SemiBold"/>
              <a:ea typeface="SUITE SemiBold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6675120" y="3697014"/>
            <a:ext cx="4846320" cy="4801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buNone/>
            </a:pPr>
            <a:r>
              <a:rPr lang="ko-KR" altLang="en-US" sz="1200" b="0" dirty="0" smtClean="0">
                <a:solidFill>
                  <a:srgbClr val="6B7280"/>
                </a:solidFill>
                <a:latin typeface="SUITE Medium"/>
                <a:ea typeface="SUITE Medium"/>
              </a:rPr>
              <a:t>고라니는 자주 불복종하며 돌격을 선언하고</a:t>
            </a:r>
            <a:r>
              <a:rPr lang="en-US" altLang="ko-KR" sz="1200" b="0" dirty="0" smtClean="0">
                <a:solidFill>
                  <a:srgbClr val="6B7280"/>
                </a:solidFill>
                <a:latin typeface="SUITE Medium"/>
                <a:ea typeface="SUITE Medium"/>
              </a:rPr>
              <a:t>, </a:t>
            </a:r>
            <a:r>
              <a:rPr lang="ko-KR" altLang="en-US" sz="1200" b="0" dirty="0" smtClean="0">
                <a:solidFill>
                  <a:srgbClr val="6B7280"/>
                </a:solidFill>
                <a:latin typeface="SUITE Medium"/>
                <a:ea typeface="SUITE Medium"/>
              </a:rPr>
              <a:t>비둘기는 자주 되물어보며 툴툴댄다</a:t>
            </a:r>
            <a:r>
              <a:rPr lang="en-US" altLang="ko-KR" sz="1200" b="0" dirty="0" smtClean="0">
                <a:solidFill>
                  <a:srgbClr val="6B7280"/>
                </a:solidFill>
                <a:latin typeface="SUITE Medium"/>
                <a:ea typeface="SUITE Medium"/>
              </a:rPr>
              <a:t>.</a:t>
            </a:r>
          </a:p>
          <a:p>
            <a:pPr algn="l">
              <a:lnSpc>
                <a:spcPct val="130000"/>
              </a:lnSpc>
              <a:buNone/>
            </a:pPr>
            <a:r>
              <a:rPr lang="ko-KR" altLang="en-US" sz="1200" dirty="0" smtClean="0">
                <a:solidFill>
                  <a:srgbClr val="6B7280"/>
                </a:solidFill>
                <a:latin typeface="SUITE Medium"/>
                <a:ea typeface="SUITE Medium"/>
              </a:rPr>
              <a:t>영리한 까치는 틀린 명령에 반문을 던진다</a:t>
            </a:r>
            <a:r>
              <a:rPr lang="en-US" altLang="ko-KR" sz="1200" dirty="0" smtClean="0">
                <a:solidFill>
                  <a:srgbClr val="6B7280"/>
                </a:solidFill>
                <a:latin typeface="SUITE Medium"/>
                <a:ea typeface="SUITE Medium"/>
              </a:rPr>
              <a:t>.</a:t>
            </a:r>
            <a:endParaRPr sz="1200" b="0" dirty="0">
              <a:solidFill>
                <a:srgbClr val="6B7280"/>
              </a:solidFill>
              <a:latin typeface="SUITE Medium"/>
              <a:ea typeface="SUITE Medium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 rotWithShape="1">
          <a:blip r:embed="rId2"/>
          <a:srcRect r="33675"/>
          <a:stretch/>
        </p:blipFill>
        <p:spPr>
          <a:xfrm>
            <a:off x="275421" y="88105"/>
            <a:ext cx="8086381" cy="5778408"/>
          </a:xfrm>
          <a:prstGeom prst="rect">
            <a:avLst/>
          </a:prstGeom>
        </p:spPr>
      </p:pic>
      <p:sp>
        <p:nvSpPr>
          <p:cNvPr id="3" name="직사각형 2"/>
          <p:cNvSpPr/>
          <p:nvPr/>
        </p:nvSpPr>
        <p:spPr>
          <a:xfrm>
            <a:off x="1443210" y="594911"/>
            <a:ext cx="3525397" cy="528809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/>
          <p:cNvSpPr txBox="1"/>
          <p:nvPr/>
        </p:nvSpPr>
        <p:spPr>
          <a:xfrm>
            <a:off x="1554480" y="561860"/>
            <a:ext cx="10881360" cy="4943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buNone/>
            </a:pPr>
            <a:r>
              <a:rPr lang="en-US" sz="3000" b="0" dirty="0" smtClean="0">
                <a:solidFill>
                  <a:srgbClr val="15181C"/>
                </a:solidFill>
                <a:latin typeface="SUITE ExtraBold"/>
                <a:ea typeface="SUITE ExtraBold"/>
              </a:rPr>
              <a:t>FALLBACK</a:t>
            </a:r>
            <a:r>
              <a:rPr lang="ko-KR" altLang="en-US" sz="3000" b="0" dirty="0" smtClean="0">
                <a:solidFill>
                  <a:srgbClr val="15181C"/>
                </a:solidFill>
                <a:latin typeface="SUITE ExtraBold"/>
                <a:ea typeface="SUITE ExtraBold"/>
              </a:rPr>
              <a:t>과 비용</a:t>
            </a:r>
            <a:endParaRPr sz="3000" b="0" dirty="0">
              <a:solidFill>
                <a:srgbClr val="15181C"/>
              </a:solidFill>
              <a:latin typeface="SUITE ExtraBold"/>
              <a:ea typeface="SUITE ExtraBold"/>
            </a:endParaRPr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 rotWithShape="1">
          <a:blip r:embed="rId3"/>
          <a:srcRect r="42014"/>
          <a:stretch/>
        </p:blipFill>
        <p:spPr>
          <a:xfrm>
            <a:off x="8473072" y="1056226"/>
            <a:ext cx="3183917" cy="2659692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 rotWithShape="1">
          <a:blip r:embed="rId3"/>
          <a:srcRect l="59391"/>
          <a:stretch/>
        </p:blipFill>
        <p:spPr>
          <a:xfrm>
            <a:off x="9427197" y="3715918"/>
            <a:ext cx="2229792" cy="265969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090829" y="851790"/>
            <a:ext cx="3566160" cy="2307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buNone/>
            </a:pPr>
            <a:r>
              <a:rPr lang="en-US" sz="1400" b="0" dirty="0" smtClean="0">
                <a:solidFill>
                  <a:srgbClr val="15181C"/>
                </a:solidFill>
                <a:latin typeface="SUITE Medium"/>
                <a:ea typeface="SUITE Medium"/>
              </a:rPr>
              <a:t>549</a:t>
            </a:r>
            <a:r>
              <a:rPr lang="ko-KR" altLang="en-US" sz="1400" dirty="0" smtClean="0">
                <a:solidFill>
                  <a:srgbClr val="15181C"/>
                </a:solidFill>
                <a:latin typeface="SUITE Medium"/>
                <a:ea typeface="SUITE Medium"/>
              </a:rPr>
              <a:t>번의 요청 동안</a:t>
            </a:r>
            <a:r>
              <a:rPr lang="en-US" altLang="ko-KR" sz="1400" dirty="0" smtClean="0">
                <a:solidFill>
                  <a:srgbClr val="15181C"/>
                </a:solidFill>
                <a:latin typeface="SUITE Medium"/>
                <a:ea typeface="SUITE Medium"/>
              </a:rPr>
              <a:t>, 0.23$</a:t>
            </a:r>
            <a:r>
              <a:rPr lang="ko-KR" altLang="en-US" sz="1400" dirty="0" smtClean="0">
                <a:solidFill>
                  <a:srgbClr val="15181C"/>
                </a:solidFill>
                <a:latin typeface="SUITE Medium"/>
                <a:ea typeface="SUITE Medium"/>
              </a:rPr>
              <a:t>의 지출</a:t>
            </a:r>
            <a:endParaRPr sz="1400" b="0" dirty="0">
              <a:solidFill>
                <a:srgbClr val="15181C"/>
              </a:solidFill>
              <a:latin typeface="SUITE Medium"/>
              <a:ea typeface="SUITE Medium"/>
            </a:endParaRPr>
          </a:p>
        </p:txBody>
      </p:sp>
    </p:spTree>
    <p:extLst>
      <p:ext uri="{BB962C8B-B14F-4D97-AF65-F5344CB8AC3E}">
        <p14:creationId xmlns:p14="http://schemas.microsoft.com/office/powerpoint/2010/main" val="352428476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502920"/>
            <a:ext cx="10881360" cy="53091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buNone/>
            </a:pPr>
            <a:r>
              <a:rPr sz="3000" b="0" dirty="0" smtClean="0">
                <a:solidFill>
                  <a:srgbClr val="15181C"/>
                </a:solidFill>
                <a:latin typeface="SUITE ExtraBold"/>
                <a:ea typeface="SUITE ExtraBold"/>
              </a:rPr>
              <a:t>만</a:t>
            </a:r>
            <a:r>
              <a:rPr lang="ko-KR" altLang="en-US" sz="3000" b="0" dirty="0" smtClean="0">
                <a:solidFill>
                  <a:srgbClr val="15181C"/>
                </a:solidFill>
                <a:latin typeface="SUITE ExtraBold"/>
                <a:ea typeface="SUITE ExtraBold"/>
              </a:rPr>
              <a:t>든</a:t>
            </a:r>
            <a:r>
              <a:rPr sz="3000" b="0" dirty="0" smtClean="0">
                <a:solidFill>
                  <a:srgbClr val="15181C"/>
                </a:solidFill>
                <a:latin typeface="SUITE ExtraBold"/>
                <a:ea typeface="SUITE ExtraBold"/>
              </a:rPr>
              <a:t> </a:t>
            </a:r>
            <a:r>
              <a:rPr sz="3000" b="0" dirty="0" err="1">
                <a:solidFill>
                  <a:srgbClr val="15181C"/>
                </a:solidFill>
                <a:latin typeface="SUITE ExtraBold"/>
                <a:ea typeface="SUITE ExtraBold"/>
              </a:rPr>
              <a:t>방식</a:t>
            </a:r>
            <a:r>
              <a:rPr sz="3000" b="0" dirty="0">
                <a:solidFill>
                  <a:srgbClr val="15181C"/>
                </a:solidFill>
                <a:latin typeface="SUITE ExtraBold"/>
                <a:ea typeface="SUITE ExtraBold"/>
              </a:rPr>
              <a:t>: 2인 </a:t>
            </a:r>
            <a:r>
              <a:rPr lang="ko-KR" altLang="en-US" sz="3000" b="0" dirty="0" smtClean="0">
                <a:solidFill>
                  <a:srgbClr val="15181C"/>
                </a:solidFill>
                <a:latin typeface="SUITE ExtraBold"/>
                <a:ea typeface="SUITE ExtraBold"/>
              </a:rPr>
              <a:t>팀 </a:t>
            </a:r>
            <a:r>
              <a:rPr sz="3000" b="0" dirty="0" smtClean="0">
                <a:solidFill>
                  <a:srgbClr val="15181C"/>
                </a:solidFill>
                <a:latin typeface="SUITE ExtraBold"/>
                <a:ea typeface="SUITE ExtraBold"/>
              </a:rPr>
              <a:t>+ </a:t>
            </a:r>
            <a:r>
              <a:rPr sz="3000" b="0" dirty="0">
                <a:solidFill>
                  <a:srgbClr val="15181C"/>
                </a:solidFill>
                <a:latin typeface="SUITE ExtraBold"/>
                <a:ea typeface="SUITE ExtraBold"/>
              </a:rPr>
              <a:t>AI </a:t>
            </a:r>
            <a:r>
              <a:rPr sz="3000" b="0" dirty="0" err="1">
                <a:solidFill>
                  <a:srgbClr val="15181C"/>
                </a:solidFill>
                <a:latin typeface="SUITE ExtraBold"/>
                <a:ea typeface="SUITE ExtraBold"/>
              </a:rPr>
              <a:t>에이전트</a:t>
            </a:r>
            <a:endParaRPr sz="3000" b="0" dirty="0">
              <a:solidFill>
                <a:srgbClr val="15181C"/>
              </a:solidFill>
              <a:latin typeface="SUITE ExtraBold"/>
              <a:ea typeface="SUITE ExtraBold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40080" y="1554480"/>
            <a:ext cx="5212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buNone/>
            </a:pPr>
            <a:r>
              <a:rPr sz="1800" b="0">
                <a:solidFill>
                  <a:srgbClr val="15181C"/>
                </a:solidFill>
                <a:latin typeface="SUITE SemiBold"/>
                <a:ea typeface="SUITE SemiBold"/>
              </a:rPr>
              <a:t>분담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011680"/>
            <a:ext cx="5440680" cy="14280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01168" indent="-201168" algn="l">
              <a:lnSpc>
                <a:spcPct val="130000"/>
              </a:lnSpc>
              <a:spcAft>
                <a:spcPts val="800"/>
              </a:spcAft>
              <a:buClr>
                <a:srgbClr val="A0A6AE"/>
              </a:buClr>
              <a:buChar char="•"/>
            </a:pPr>
            <a:r>
              <a:rPr lang="ko-KR" altLang="en-US" sz="1400" b="0" dirty="0" smtClean="0">
                <a:solidFill>
                  <a:srgbClr val="15181C"/>
                </a:solidFill>
                <a:latin typeface="SUITE Medium"/>
                <a:ea typeface="SUITE Medium"/>
              </a:rPr>
              <a:t>함께 기획 후 </a:t>
            </a:r>
            <a:r>
              <a:rPr lang="ko-KR" altLang="en-US" sz="1400" b="0" dirty="0" err="1" smtClean="0">
                <a:solidFill>
                  <a:srgbClr val="15181C"/>
                </a:solidFill>
                <a:latin typeface="SUITE Medium"/>
                <a:ea typeface="SUITE Medium"/>
              </a:rPr>
              <a:t>프로토타이핑을</a:t>
            </a:r>
            <a:r>
              <a:rPr lang="ko-KR" altLang="en-US" sz="1400" b="0" dirty="0" smtClean="0">
                <a:solidFill>
                  <a:srgbClr val="15181C"/>
                </a:solidFill>
                <a:latin typeface="SUITE Medium"/>
                <a:ea typeface="SUITE Medium"/>
              </a:rPr>
              <a:t> 진행하며 </a:t>
            </a:r>
            <a:r>
              <a:rPr lang="ko-KR" altLang="en-US" sz="1400" b="0" dirty="0" err="1" smtClean="0">
                <a:solidFill>
                  <a:srgbClr val="15181C"/>
                </a:solidFill>
                <a:latin typeface="SUITE Medium"/>
                <a:ea typeface="SUITE Medium"/>
              </a:rPr>
              <a:t>바로바로</a:t>
            </a:r>
            <a:r>
              <a:rPr lang="ko-KR" altLang="en-US" sz="1400" b="0" dirty="0" smtClean="0">
                <a:solidFill>
                  <a:srgbClr val="15181C"/>
                </a:solidFill>
                <a:latin typeface="SUITE Medium"/>
                <a:ea typeface="SUITE Medium"/>
              </a:rPr>
              <a:t> 분담</a:t>
            </a:r>
            <a:r>
              <a:rPr lang="en-US" altLang="ko-KR" sz="1400" b="0" dirty="0" smtClean="0">
                <a:solidFill>
                  <a:srgbClr val="15181C"/>
                </a:solidFill>
                <a:latin typeface="SUITE Medium"/>
                <a:ea typeface="SUITE Medium"/>
              </a:rPr>
              <a:t>.</a:t>
            </a:r>
            <a:endParaRPr lang="en-US" sz="1400" b="0" dirty="0" smtClean="0">
              <a:solidFill>
                <a:srgbClr val="15181C"/>
              </a:solidFill>
              <a:latin typeface="SUITE Medium"/>
              <a:ea typeface="SUITE Medium"/>
            </a:endParaRPr>
          </a:p>
          <a:p>
            <a:pPr marL="201168" indent="-201168" algn="l">
              <a:lnSpc>
                <a:spcPct val="130000"/>
              </a:lnSpc>
              <a:spcAft>
                <a:spcPts val="800"/>
              </a:spcAft>
              <a:buClr>
                <a:srgbClr val="A0A6AE"/>
              </a:buClr>
              <a:buChar char="•"/>
            </a:pPr>
            <a:r>
              <a:rPr sz="1400" b="0" dirty="0" err="1" smtClean="0">
                <a:solidFill>
                  <a:srgbClr val="15181C"/>
                </a:solidFill>
                <a:latin typeface="SUITE Medium"/>
                <a:ea typeface="SUITE Medium"/>
              </a:rPr>
              <a:t>게임플레이</a:t>
            </a:r>
            <a:r>
              <a:rPr sz="1400" b="0" dirty="0" smtClean="0">
                <a:solidFill>
                  <a:srgbClr val="15181C"/>
                </a:solidFill>
                <a:latin typeface="SUITE Medium"/>
                <a:ea typeface="SUITE Medium"/>
              </a:rPr>
              <a:t> </a:t>
            </a:r>
            <a:r>
              <a:rPr sz="1400" b="0" dirty="0" err="1">
                <a:solidFill>
                  <a:srgbClr val="15181C"/>
                </a:solidFill>
                <a:latin typeface="SUITE Medium"/>
                <a:ea typeface="SUITE Medium"/>
              </a:rPr>
              <a:t>코어</a:t>
            </a:r>
            <a:r>
              <a:rPr sz="1400" b="0" dirty="0">
                <a:solidFill>
                  <a:srgbClr val="15181C"/>
                </a:solidFill>
                <a:latin typeface="SUITE Medium"/>
                <a:ea typeface="SUITE Medium"/>
              </a:rPr>
              <a:t>, AI 봇, </a:t>
            </a:r>
            <a:r>
              <a:rPr sz="1400" b="0" dirty="0" err="1">
                <a:solidFill>
                  <a:srgbClr val="15181C"/>
                </a:solidFill>
                <a:latin typeface="SUITE Medium"/>
                <a:ea typeface="SUITE Medium"/>
              </a:rPr>
              <a:t>네트워크</a:t>
            </a:r>
            <a:r>
              <a:rPr sz="1400" b="0" dirty="0">
                <a:solidFill>
                  <a:srgbClr val="15181C"/>
                </a:solidFill>
                <a:latin typeface="SUITE Medium"/>
                <a:ea typeface="SUITE Medium"/>
              </a:rPr>
              <a:t>, LLM </a:t>
            </a:r>
            <a:r>
              <a:rPr sz="1400" b="0" dirty="0" err="1" smtClean="0">
                <a:solidFill>
                  <a:srgbClr val="15181C"/>
                </a:solidFill>
                <a:latin typeface="SUITE Medium"/>
                <a:ea typeface="SUITE Medium"/>
              </a:rPr>
              <a:t>무전</a:t>
            </a:r>
            <a:r>
              <a:rPr lang="en-US" sz="1400" b="0" dirty="0" smtClean="0">
                <a:solidFill>
                  <a:srgbClr val="15181C"/>
                </a:solidFill>
                <a:latin typeface="SUITE Medium"/>
                <a:ea typeface="SUITE Medium"/>
              </a:rPr>
              <a:t> </a:t>
            </a:r>
            <a:r>
              <a:rPr lang="ko-KR" altLang="en-US" sz="1400" b="0" dirty="0" smtClean="0">
                <a:solidFill>
                  <a:srgbClr val="15181C"/>
                </a:solidFill>
                <a:latin typeface="SUITE Medium"/>
                <a:ea typeface="SUITE Medium"/>
              </a:rPr>
              <a:t>시스템</a:t>
            </a:r>
            <a:endParaRPr sz="1400" b="0" dirty="0">
              <a:solidFill>
                <a:srgbClr val="15181C"/>
              </a:solidFill>
              <a:latin typeface="SUITE Medium"/>
              <a:ea typeface="SUITE Medium"/>
            </a:endParaRPr>
          </a:p>
          <a:p>
            <a:pPr marL="201168" indent="-201168" algn="l">
              <a:lnSpc>
                <a:spcPct val="130000"/>
              </a:lnSpc>
              <a:spcAft>
                <a:spcPts val="800"/>
              </a:spcAft>
              <a:buClr>
                <a:srgbClr val="A0A6AE"/>
              </a:buClr>
              <a:buChar char="•"/>
            </a:pPr>
            <a:r>
              <a:rPr sz="1400" b="0" dirty="0" err="1">
                <a:solidFill>
                  <a:srgbClr val="15181C"/>
                </a:solidFill>
                <a:latin typeface="SUITE Medium"/>
                <a:ea typeface="SUITE Medium"/>
              </a:rPr>
              <a:t>아트</a:t>
            </a:r>
            <a:r>
              <a:rPr sz="1400" b="0" dirty="0">
                <a:solidFill>
                  <a:srgbClr val="15181C"/>
                </a:solidFill>
                <a:latin typeface="SUITE Medium"/>
                <a:ea typeface="SUITE Medium"/>
              </a:rPr>
              <a:t>, UI, </a:t>
            </a:r>
            <a:r>
              <a:rPr sz="1400" b="0" dirty="0" err="1">
                <a:solidFill>
                  <a:srgbClr val="15181C"/>
                </a:solidFill>
                <a:latin typeface="SUITE Medium"/>
                <a:ea typeface="SUITE Medium"/>
              </a:rPr>
              <a:t>카메라</a:t>
            </a:r>
            <a:r>
              <a:rPr sz="1400" b="0" dirty="0">
                <a:solidFill>
                  <a:srgbClr val="15181C"/>
                </a:solidFill>
                <a:latin typeface="SUITE Medium"/>
                <a:ea typeface="SUITE Medium"/>
              </a:rPr>
              <a:t>, 맵, </a:t>
            </a:r>
            <a:r>
              <a:rPr sz="1400" b="0" dirty="0" err="1">
                <a:solidFill>
                  <a:srgbClr val="15181C"/>
                </a:solidFill>
                <a:latin typeface="SUITE Medium"/>
                <a:ea typeface="SUITE Medium"/>
              </a:rPr>
              <a:t>이펙트</a:t>
            </a:r>
            <a:endParaRPr sz="1400" b="0" dirty="0">
              <a:solidFill>
                <a:srgbClr val="15181C"/>
              </a:solidFill>
              <a:latin typeface="SUITE Medium"/>
              <a:ea typeface="SUITE Medium"/>
            </a:endParaRPr>
          </a:p>
          <a:p>
            <a:pPr marL="201168" indent="-201168" algn="l">
              <a:lnSpc>
                <a:spcPct val="130000"/>
              </a:lnSpc>
              <a:buClr>
                <a:srgbClr val="A0A6AE"/>
              </a:buClr>
              <a:buChar char="•"/>
            </a:pPr>
            <a:r>
              <a:rPr sz="1400" b="0" dirty="0">
                <a:solidFill>
                  <a:srgbClr val="15181C"/>
                </a:solidFill>
                <a:latin typeface="SUITE Medium"/>
                <a:ea typeface="SUITE Medium"/>
              </a:rPr>
              <a:t>둘 다 AI </a:t>
            </a:r>
            <a:r>
              <a:rPr sz="1400" b="0" dirty="0" err="1">
                <a:solidFill>
                  <a:srgbClr val="15181C"/>
                </a:solidFill>
                <a:latin typeface="SUITE Medium"/>
                <a:ea typeface="SUITE Medium"/>
              </a:rPr>
              <a:t>에이전트를</a:t>
            </a:r>
            <a:r>
              <a:rPr sz="1400" b="0" dirty="0">
                <a:solidFill>
                  <a:srgbClr val="15181C"/>
                </a:solidFill>
                <a:latin typeface="SUITE Medium"/>
                <a:ea typeface="SUITE Medium"/>
              </a:rPr>
              <a:t> </a:t>
            </a:r>
            <a:r>
              <a:rPr sz="1400" b="0" dirty="0" err="1">
                <a:solidFill>
                  <a:srgbClr val="15181C"/>
                </a:solidFill>
                <a:latin typeface="SUITE Medium"/>
                <a:ea typeface="SUITE Medium"/>
              </a:rPr>
              <a:t>붙여</a:t>
            </a:r>
            <a:r>
              <a:rPr sz="1400" b="0" dirty="0">
                <a:solidFill>
                  <a:srgbClr val="15181C"/>
                </a:solidFill>
                <a:latin typeface="SUITE Medium"/>
                <a:ea typeface="SUITE Medium"/>
              </a:rPr>
              <a:t> </a:t>
            </a:r>
            <a:r>
              <a:rPr sz="1400" b="0" dirty="0" err="1">
                <a:solidFill>
                  <a:srgbClr val="15181C"/>
                </a:solidFill>
                <a:latin typeface="SUITE Medium"/>
                <a:ea typeface="SUITE Medium"/>
              </a:rPr>
              <a:t>작업</a:t>
            </a:r>
            <a:r>
              <a:rPr sz="1400" b="0" dirty="0">
                <a:solidFill>
                  <a:srgbClr val="15181C"/>
                </a:solidFill>
                <a:latin typeface="SUITE Medium"/>
                <a:ea typeface="SUITE Medium"/>
              </a:rPr>
              <a:t>. </a:t>
            </a:r>
            <a:r>
              <a:rPr sz="1400" b="0" dirty="0" err="1">
                <a:solidFill>
                  <a:srgbClr val="15181C"/>
                </a:solidFill>
                <a:latin typeface="SUITE Medium"/>
                <a:ea typeface="SUITE Medium"/>
              </a:rPr>
              <a:t>사람은</a:t>
            </a:r>
            <a:r>
              <a:rPr sz="1400" b="0" dirty="0">
                <a:solidFill>
                  <a:srgbClr val="15181C"/>
                </a:solidFill>
                <a:latin typeface="SUITE Medium"/>
                <a:ea typeface="SUITE Medium"/>
              </a:rPr>
              <a:t> </a:t>
            </a:r>
            <a:r>
              <a:rPr sz="1400" b="0" dirty="0" err="1">
                <a:solidFill>
                  <a:srgbClr val="15181C"/>
                </a:solidFill>
                <a:latin typeface="SUITE Medium"/>
                <a:ea typeface="SUITE Medium"/>
              </a:rPr>
              <a:t>방향과</a:t>
            </a:r>
            <a:r>
              <a:rPr sz="1400" b="0" dirty="0">
                <a:solidFill>
                  <a:srgbClr val="15181C"/>
                </a:solidFill>
                <a:latin typeface="SUITE Medium"/>
                <a:ea typeface="SUITE Medium"/>
              </a:rPr>
              <a:t> </a:t>
            </a:r>
            <a:r>
              <a:rPr sz="1400" b="0" dirty="0" err="1">
                <a:solidFill>
                  <a:srgbClr val="15181C"/>
                </a:solidFill>
                <a:latin typeface="SUITE Medium"/>
                <a:ea typeface="SUITE Medium"/>
              </a:rPr>
              <a:t>판단</a:t>
            </a:r>
            <a:r>
              <a:rPr sz="1400" b="0" dirty="0" smtClean="0">
                <a:solidFill>
                  <a:srgbClr val="15181C"/>
                </a:solidFill>
                <a:latin typeface="SUITE Medium"/>
                <a:ea typeface="SUITE Medium"/>
              </a:rPr>
              <a:t>,</a:t>
            </a:r>
            <a:r>
              <a:rPr lang="en-US" sz="1400" dirty="0">
                <a:solidFill>
                  <a:srgbClr val="15181C"/>
                </a:solidFill>
                <a:latin typeface="SUITE Medium"/>
                <a:ea typeface="SUITE Medium"/>
              </a:rPr>
              <a:t> </a:t>
            </a:r>
            <a:r>
              <a:rPr sz="1400" b="0" dirty="0" err="1" smtClean="0">
                <a:solidFill>
                  <a:srgbClr val="15181C"/>
                </a:solidFill>
                <a:latin typeface="SUITE Medium"/>
                <a:ea typeface="SUITE Medium"/>
              </a:rPr>
              <a:t>에이전트는</a:t>
            </a:r>
            <a:r>
              <a:rPr sz="1400" b="0" dirty="0" smtClean="0">
                <a:solidFill>
                  <a:srgbClr val="15181C"/>
                </a:solidFill>
                <a:latin typeface="SUITE Medium"/>
                <a:ea typeface="SUITE Medium"/>
              </a:rPr>
              <a:t> </a:t>
            </a:r>
            <a:r>
              <a:rPr sz="1400" b="0" dirty="0" err="1">
                <a:solidFill>
                  <a:srgbClr val="15181C"/>
                </a:solidFill>
                <a:latin typeface="SUITE Medium"/>
                <a:ea typeface="SUITE Medium"/>
              </a:rPr>
              <a:t>구현과</a:t>
            </a:r>
            <a:r>
              <a:rPr sz="1400" b="0" dirty="0">
                <a:solidFill>
                  <a:srgbClr val="15181C"/>
                </a:solidFill>
                <a:latin typeface="SUITE Medium"/>
                <a:ea typeface="SUITE Medium"/>
              </a:rPr>
              <a:t> </a:t>
            </a:r>
            <a:r>
              <a:rPr sz="1400" b="0" dirty="0" err="1">
                <a:solidFill>
                  <a:srgbClr val="15181C"/>
                </a:solidFill>
                <a:latin typeface="SUITE Medium"/>
                <a:ea typeface="SUITE Medium"/>
              </a:rPr>
              <a:t>검증</a:t>
            </a:r>
            <a:endParaRPr sz="1400" b="0" dirty="0">
              <a:solidFill>
                <a:srgbClr val="15181C"/>
              </a:solidFill>
              <a:latin typeface="SUITE Medium"/>
              <a:ea typeface="SUITE Medium"/>
            </a:endParaRPr>
          </a:p>
        </p:txBody>
      </p:sp>
      <p:cxnSp>
        <p:nvCxnSpPr>
          <p:cNvPr id="5" name="Connector 4"/>
          <p:cNvCxnSpPr/>
          <p:nvPr/>
        </p:nvCxnSpPr>
        <p:spPr>
          <a:xfrm>
            <a:off x="6190830" y="1645920"/>
            <a:ext cx="0" cy="2834640"/>
          </a:xfrm>
          <a:prstGeom prst="line">
            <a:avLst/>
          </a:prstGeom>
          <a:ln w="9525">
            <a:solidFill>
              <a:srgbClr val="E3E6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0" y="1554480"/>
            <a:ext cx="5212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buNone/>
            </a:pPr>
            <a:r>
              <a:rPr sz="1800" b="0">
                <a:solidFill>
                  <a:srgbClr val="15181C"/>
                </a:solidFill>
                <a:latin typeface="SUITE SemiBold"/>
                <a:ea typeface="SUITE SemiBold"/>
              </a:rPr>
              <a:t>어떻게 검증했나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2011680"/>
            <a:ext cx="5212080" cy="9428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01168" indent="-201168" algn="l">
              <a:lnSpc>
                <a:spcPct val="130000"/>
              </a:lnSpc>
              <a:spcAft>
                <a:spcPts val="800"/>
              </a:spcAft>
              <a:buClr>
                <a:srgbClr val="A0A6AE"/>
              </a:buClr>
              <a:buChar char="•"/>
            </a:pPr>
            <a:r>
              <a:rPr sz="1400" b="0" dirty="0" err="1">
                <a:solidFill>
                  <a:srgbClr val="15181C"/>
                </a:solidFill>
                <a:latin typeface="SUITE Medium"/>
                <a:ea typeface="SUITE Medium"/>
              </a:rPr>
              <a:t>전투</a:t>
            </a:r>
            <a:r>
              <a:rPr sz="1400" b="0" dirty="0">
                <a:solidFill>
                  <a:srgbClr val="15181C"/>
                </a:solidFill>
                <a:latin typeface="SUITE Medium"/>
                <a:ea typeface="SUITE Medium"/>
              </a:rPr>
              <a:t> </a:t>
            </a:r>
            <a:r>
              <a:rPr sz="1400" b="0" dirty="0" err="1">
                <a:solidFill>
                  <a:srgbClr val="15181C"/>
                </a:solidFill>
                <a:latin typeface="SUITE Medium"/>
                <a:ea typeface="SUITE Medium"/>
              </a:rPr>
              <a:t>코어는</a:t>
            </a:r>
            <a:r>
              <a:rPr sz="1400" b="0" dirty="0">
                <a:solidFill>
                  <a:srgbClr val="15181C"/>
                </a:solidFill>
                <a:latin typeface="SUITE Medium"/>
                <a:ea typeface="SUITE Medium"/>
              </a:rPr>
              <a:t> </a:t>
            </a:r>
            <a:r>
              <a:rPr sz="1400" b="0" dirty="0" err="1">
                <a:solidFill>
                  <a:srgbClr val="15181C"/>
                </a:solidFill>
                <a:latin typeface="SUITE Medium"/>
                <a:ea typeface="SUITE Medium"/>
              </a:rPr>
              <a:t>순수</a:t>
            </a:r>
            <a:r>
              <a:rPr sz="1400" b="0" dirty="0">
                <a:solidFill>
                  <a:srgbClr val="15181C"/>
                </a:solidFill>
                <a:latin typeface="SUITE Medium"/>
                <a:ea typeface="SUITE Medium"/>
              </a:rPr>
              <a:t> </a:t>
            </a:r>
            <a:r>
              <a:rPr sz="1400" b="0" dirty="0" err="1">
                <a:solidFill>
                  <a:srgbClr val="15181C"/>
                </a:solidFill>
                <a:latin typeface="SUITE Medium"/>
                <a:ea typeface="SUITE Medium"/>
              </a:rPr>
              <a:t>C#으로</a:t>
            </a:r>
            <a:r>
              <a:rPr sz="1400" b="0" dirty="0">
                <a:solidFill>
                  <a:srgbClr val="15181C"/>
                </a:solidFill>
                <a:latin typeface="SUITE Medium"/>
                <a:ea typeface="SUITE Medium"/>
              </a:rPr>
              <a:t> </a:t>
            </a:r>
            <a:r>
              <a:rPr sz="1400" b="0" dirty="0" err="1">
                <a:solidFill>
                  <a:srgbClr val="15181C"/>
                </a:solidFill>
                <a:latin typeface="SUITE Medium"/>
                <a:ea typeface="SUITE Medium"/>
              </a:rPr>
              <a:t>분리</a:t>
            </a:r>
            <a:r>
              <a:rPr sz="1400" b="0" dirty="0">
                <a:solidFill>
                  <a:srgbClr val="15181C"/>
                </a:solidFill>
                <a:latin typeface="SUITE Medium"/>
                <a:ea typeface="SUITE Medium"/>
              </a:rPr>
              <a:t>. </a:t>
            </a:r>
            <a:r>
              <a:rPr sz="1400" b="0" dirty="0" err="1">
                <a:solidFill>
                  <a:srgbClr val="15181C"/>
                </a:solidFill>
                <a:latin typeface="SUITE Medium"/>
                <a:ea typeface="SUITE Medium"/>
              </a:rPr>
              <a:t>엔진</a:t>
            </a:r>
            <a:r>
              <a:rPr sz="1400" b="0" dirty="0">
                <a:solidFill>
                  <a:srgbClr val="15181C"/>
                </a:solidFill>
                <a:latin typeface="SUITE Medium"/>
                <a:ea typeface="SUITE Medium"/>
              </a:rPr>
              <a:t> </a:t>
            </a:r>
            <a:r>
              <a:rPr sz="1400" b="0" dirty="0" err="1">
                <a:solidFill>
                  <a:srgbClr val="15181C"/>
                </a:solidFill>
                <a:latin typeface="SUITE Medium"/>
                <a:ea typeface="SUITE Medium"/>
              </a:rPr>
              <a:t>없이도</a:t>
            </a:r>
            <a:r>
              <a:rPr sz="1400" b="0" dirty="0">
                <a:solidFill>
                  <a:srgbClr val="15181C"/>
                </a:solidFill>
                <a:latin typeface="SUITE Medium"/>
                <a:ea typeface="SUITE Medium"/>
              </a:rPr>
              <a:t> </a:t>
            </a:r>
            <a:r>
              <a:rPr sz="1400" b="0" dirty="0" err="1">
                <a:solidFill>
                  <a:srgbClr val="15181C"/>
                </a:solidFill>
                <a:latin typeface="SUITE Medium"/>
                <a:ea typeface="SUITE Medium"/>
              </a:rPr>
              <a:t>컴파일과</a:t>
            </a:r>
            <a:r>
              <a:rPr sz="1400" b="0" dirty="0">
                <a:solidFill>
                  <a:srgbClr val="15181C"/>
                </a:solidFill>
                <a:latin typeface="SUITE Medium"/>
                <a:ea typeface="SUITE Medium"/>
              </a:rPr>
              <a:t> </a:t>
            </a:r>
            <a:r>
              <a:rPr sz="1400" b="0" dirty="0" err="1">
                <a:solidFill>
                  <a:srgbClr val="15181C"/>
                </a:solidFill>
                <a:latin typeface="SUITE Medium"/>
                <a:ea typeface="SUITE Medium"/>
              </a:rPr>
              <a:t>시뮬레이션</a:t>
            </a:r>
            <a:r>
              <a:rPr sz="1400" b="0" dirty="0">
                <a:solidFill>
                  <a:srgbClr val="15181C"/>
                </a:solidFill>
                <a:latin typeface="SUITE Medium"/>
                <a:ea typeface="SUITE Medium"/>
              </a:rPr>
              <a:t> </a:t>
            </a:r>
            <a:r>
              <a:rPr sz="1400" b="0" dirty="0" err="1">
                <a:solidFill>
                  <a:srgbClr val="15181C"/>
                </a:solidFill>
                <a:latin typeface="SUITE Medium"/>
                <a:ea typeface="SUITE Medium"/>
              </a:rPr>
              <a:t>검증</a:t>
            </a:r>
            <a:endParaRPr sz="1400" b="0" dirty="0">
              <a:solidFill>
                <a:srgbClr val="15181C"/>
              </a:solidFill>
              <a:latin typeface="SUITE Medium"/>
              <a:ea typeface="SUITE Medium"/>
            </a:endParaRPr>
          </a:p>
          <a:p>
            <a:pPr marL="201168" indent="-201168" algn="l">
              <a:lnSpc>
                <a:spcPct val="130000"/>
              </a:lnSpc>
              <a:spcAft>
                <a:spcPts val="800"/>
              </a:spcAft>
              <a:buClr>
                <a:srgbClr val="A0A6AE"/>
              </a:buClr>
              <a:buChar char="•"/>
            </a:pPr>
            <a:r>
              <a:rPr lang="ko-KR" altLang="en-US" sz="1400" b="0" dirty="0" smtClean="0">
                <a:solidFill>
                  <a:srgbClr val="15181C"/>
                </a:solidFill>
                <a:latin typeface="SUITE Medium"/>
                <a:ea typeface="SUITE Medium"/>
              </a:rPr>
              <a:t>굵직한 기획 확정 후 바로 </a:t>
            </a:r>
            <a:r>
              <a:rPr lang="ko-KR" altLang="en-US" sz="1400" b="0" dirty="0" err="1" smtClean="0">
                <a:solidFill>
                  <a:srgbClr val="15181C"/>
                </a:solidFill>
                <a:latin typeface="SUITE Medium"/>
                <a:ea typeface="SUITE Medium"/>
              </a:rPr>
              <a:t>프로토타이핑</a:t>
            </a:r>
            <a:r>
              <a:rPr lang="ko-KR" altLang="en-US" sz="1400" b="0" dirty="0" smtClean="0">
                <a:solidFill>
                  <a:srgbClr val="15181C"/>
                </a:solidFill>
                <a:latin typeface="SUITE Medium"/>
                <a:ea typeface="SUITE Medium"/>
              </a:rPr>
              <a:t> 진행</a:t>
            </a:r>
            <a:r>
              <a:rPr lang="en-US" altLang="ko-KR" sz="1400" b="0" dirty="0" smtClean="0">
                <a:solidFill>
                  <a:srgbClr val="15181C"/>
                </a:solidFill>
                <a:latin typeface="SUITE Medium"/>
                <a:ea typeface="SUITE Medium"/>
              </a:rPr>
              <a:t>. </a:t>
            </a:r>
            <a:r>
              <a:rPr sz="1400" b="0" dirty="0" err="1" smtClean="0">
                <a:solidFill>
                  <a:srgbClr val="15181C"/>
                </a:solidFill>
                <a:latin typeface="SUITE Medium"/>
                <a:ea typeface="SUITE Medium"/>
              </a:rPr>
              <a:t>플레이테스트로</a:t>
            </a:r>
            <a:r>
              <a:rPr sz="1400" b="0" dirty="0" smtClean="0">
                <a:solidFill>
                  <a:srgbClr val="15181C"/>
                </a:solidFill>
                <a:latin typeface="SUITE Medium"/>
                <a:ea typeface="SUITE Medium"/>
              </a:rPr>
              <a:t> </a:t>
            </a:r>
            <a:r>
              <a:rPr sz="1400" b="0" dirty="0" err="1">
                <a:solidFill>
                  <a:srgbClr val="15181C"/>
                </a:solidFill>
                <a:latin typeface="SUITE Medium"/>
                <a:ea typeface="SUITE Medium"/>
              </a:rPr>
              <a:t>템포</a:t>
            </a:r>
            <a:r>
              <a:rPr sz="1400" b="0" dirty="0">
                <a:solidFill>
                  <a:srgbClr val="15181C"/>
                </a:solidFill>
                <a:latin typeface="SUITE Medium"/>
                <a:ea typeface="SUITE Medium"/>
              </a:rPr>
              <a:t>, </a:t>
            </a:r>
            <a:r>
              <a:rPr sz="1400" b="0" dirty="0" err="1">
                <a:solidFill>
                  <a:srgbClr val="15181C"/>
                </a:solidFill>
                <a:latin typeface="SUITE Medium"/>
                <a:ea typeface="SUITE Medium"/>
              </a:rPr>
              <a:t>타격감</a:t>
            </a:r>
            <a:r>
              <a:rPr sz="1400" b="0" dirty="0">
                <a:solidFill>
                  <a:srgbClr val="15181C"/>
                </a:solidFill>
                <a:latin typeface="SUITE Medium"/>
                <a:ea typeface="SUITE Medium"/>
              </a:rPr>
              <a:t>, </a:t>
            </a:r>
            <a:r>
              <a:rPr sz="1400" b="0" dirty="0" err="1">
                <a:solidFill>
                  <a:srgbClr val="15181C"/>
                </a:solidFill>
                <a:latin typeface="SUITE Medium"/>
                <a:ea typeface="SUITE Medium"/>
              </a:rPr>
              <a:t>밸런스를</a:t>
            </a:r>
            <a:r>
              <a:rPr sz="1400" b="0" dirty="0">
                <a:solidFill>
                  <a:srgbClr val="15181C"/>
                </a:solidFill>
                <a:latin typeface="SUITE Medium"/>
                <a:ea typeface="SUITE Medium"/>
              </a:rPr>
              <a:t> </a:t>
            </a:r>
            <a:r>
              <a:rPr sz="1400" b="0" dirty="0" err="1">
                <a:solidFill>
                  <a:srgbClr val="15181C"/>
                </a:solidFill>
                <a:latin typeface="SUITE Medium"/>
                <a:ea typeface="SUITE Medium"/>
              </a:rPr>
              <a:t>반복</a:t>
            </a:r>
            <a:r>
              <a:rPr sz="1400" b="0" dirty="0">
                <a:solidFill>
                  <a:srgbClr val="15181C"/>
                </a:solidFill>
                <a:latin typeface="SUITE Medium"/>
                <a:ea typeface="SUITE Medium"/>
              </a:rPr>
              <a:t> </a:t>
            </a:r>
            <a:r>
              <a:rPr sz="1400" b="0" dirty="0" err="1" smtClean="0">
                <a:solidFill>
                  <a:srgbClr val="15181C"/>
                </a:solidFill>
                <a:latin typeface="SUITE Medium"/>
                <a:ea typeface="SUITE Medium"/>
              </a:rPr>
              <a:t>조정</a:t>
            </a:r>
            <a:r>
              <a:rPr lang="ko-KR" altLang="en-US" sz="1400" dirty="0" smtClean="0">
                <a:solidFill>
                  <a:srgbClr val="15181C"/>
                </a:solidFill>
                <a:latin typeface="SUITE Medium"/>
                <a:ea typeface="SUITE Medium"/>
              </a:rPr>
              <a:t>하며 살을 붙여감</a:t>
            </a:r>
            <a:endParaRPr sz="1400" b="0" dirty="0">
              <a:solidFill>
                <a:srgbClr val="15181C"/>
              </a:solidFill>
              <a:latin typeface="SUITE Medium"/>
              <a:ea typeface="SUITE Medium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119</TotalTime>
  <Words>1762</Words>
  <Application>Microsoft Office PowerPoint</Application>
  <PresentationFormat>와이드스크린</PresentationFormat>
  <Paragraphs>236</Paragraphs>
  <Slides>16</Slides>
  <Notes>15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16</vt:i4>
      </vt:variant>
    </vt:vector>
  </HeadingPairs>
  <TitlesOfParts>
    <vt:vector size="23" baseType="lpstr">
      <vt:lpstr>SUITE ExtraBold</vt:lpstr>
      <vt:lpstr>SUITE Medium</vt:lpstr>
      <vt:lpstr>SUITE SemiBold</vt:lpstr>
      <vt:lpstr>맑은 고딕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subject/>
  <dc:creator/>
  <cp:keywords/>
  <dc:description>generated using python-pptx</dc:description>
  <cp:lastModifiedBy>Dev</cp:lastModifiedBy>
  <cp:revision>15</cp:revision>
  <dcterms:created xsi:type="dcterms:W3CDTF">2013-01-27T09:14:16Z</dcterms:created>
  <dcterms:modified xsi:type="dcterms:W3CDTF">2026-09-05T22:55:36Z</dcterms:modified>
  <cp:category/>
</cp:coreProperties>
</file>